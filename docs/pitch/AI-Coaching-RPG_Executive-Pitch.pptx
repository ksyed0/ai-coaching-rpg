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1.svg" ContentType="image/svg"/>
  <Override PartName="/ppt/media/image15.svg" ContentType="image/svg"/>
  <Override PartName="/ppt/media/image19.svg" ContentType="image/svg+xml"/>
  <Override PartName="/ppt/media/image20.svg" ContentType="image/svg+xml"/>
  <Override PartName="/ppt/media/image21.svg" ContentType="image/svg+xml"/>
  <Override PartName="/ppt/media/image5.svg" ContentType="image/svg"/>
  <Override PartName="/ppt/media/image6.svg" ContentType="image/svg"/>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6" r:id="rId4"/>
    <p:sldMasterId id="2147483906" r:id="rId5"/>
    <p:sldMasterId id="2147483907" r:id="rId6"/>
    <p:sldMasterId id="2147483912" r:id="rId7"/>
    <p:sldMasterId id="2147483914" r:id="rId8"/>
    <p:sldMasterId id="2147483919" r:id="rId9"/>
    <p:sldMasterId id="2147483921" r:id="rId10"/>
    <p:sldMasterId id="2147483648" r:id="rId11"/>
  </p:sldMasterIdLst>
  <p:notesMasterIdLst>
    <p:notesMasterId r:id="rId47"/>
  </p:notesMasterIdLst>
  <p:handoutMasterIdLst>
    <p:handoutMasterId r:id="rId48"/>
  </p:handoutMasterIdLst>
  <p:sldIdLst>
    <p:sldId id="2147483084" r:id="rId12"/>
    <p:sldId id="2147483092" r:id="rId15"/>
    <p:sldId id="2146846672" r:id="rId35"/>
    <p:sldId id="2146846673" r:id="rId36"/>
    <p:sldId id="2147483091" r:id="rId16"/>
    <p:sldId id="291" r:id="rId38"/>
    <p:sldId id="276" r:id="rId27"/>
    <p:sldId id="288" r:id="rId37"/>
    <p:sldId id="2147483093" r:id="rId29"/>
    <p:sldId id="2147483094" r:id="rId30"/>
    <p:sldId id="214684666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4" orient="horz" pos="22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0000"/>
    <a:srgbClr val="8A0000"/>
    <a:srgbClr val="FBD9DC"/>
    <a:srgbClr val="FFC5CC"/>
    <a:srgbClr val="107E8D"/>
    <a:srgbClr val="8353D2"/>
    <a:srgbClr val="418DFF"/>
    <a:srgbClr val="FF85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95C815-073C-4DCE-B48A-578A69DF8B7B}" v="178" dt="2026-05-31T19:06:26.9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guide pos="3840"/>
        <p:guide orient="horz" pos="22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12"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5.xml"/><Relationship Id="rId27" Type="http://schemas.openxmlformats.org/officeDocument/2006/relationships/slide" Target="slides/slide7.xml"/><Relationship Id="rId29" Type="http://schemas.openxmlformats.org/officeDocument/2006/relationships/slide" Target="slides/slide9.xml"/><Relationship Id="rId30" Type="http://schemas.openxmlformats.org/officeDocument/2006/relationships/slide" Target="slides/slide10.xml"/><Relationship Id="rId35" Type="http://schemas.openxmlformats.org/officeDocument/2006/relationships/slide" Target="slides/slide3.xml"/><Relationship Id="rId36" Type="http://schemas.openxmlformats.org/officeDocument/2006/relationships/slide" Target="slides/slide4.xml"/><Relationship Id="rId37" Type="http://schemas.openxmlformats.org/officeDocument/2006/relationships/slide" Target="slides/slide8.xml"/><Relationship Id="rId38" Type="http://schemas.openxmlformats.org/officeDocument/2006/relationships/slide" Target="slides/slide6.xml"/><Relationship Id="rId44" Type="http://schemas.openxmlformats.org/officeDocument/2006/relationships/slide" Target="slides/slide11.xml"/><Relationship Id="rId47" Type="http://schemas.openxmlformats.org/officeDocument/2006/relationships/notesMaster" Target="notesMasters/notesMaster1.xml"/><Relationship Id="rId48" Type="http://schemas.openxmlformats.org/officeDocument/2006/relationships/handoutMaster" Target="handoutMasters/handout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microsoft.com/office/2016/11/relationships/changesInfo" Target="changesInfos/changesInfo1.xml"/><Relationship Id="rId5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man Talat" userId="ca7c2171-f5c0-4b38-a6ba-57252b0829e1" providerId="ADAL" clId="{8A9F8B0D-7BDB-4E79-A496-2BFB5497BC11}"/>
    <pc:docChg chg="undo redo custSel addSld delSld modSld sldOrd">
      <pc:chgData name="Salman Talat" userId="ca7c2171-f5c0-4b38-a6ba-57252b0829e1" providerId="ADAL" clId="{8A9F8B0D-7BDB-4E79-A496-2BFB5497BC11}" dt="2026-05-31T19:14:35.691" v="14714" actId="20577"/>
      <pc:docMkLst>
        <pc:docMk/>
      </pc:docMkLst>
      <pc:sldChg chg="del mod ord modShow">
        <pc:chgData name="Salman Talat" userId="ca7c2171-f5c0-4b38-a6ba-57252b0829e1" providerId="ADAL" clId="{8A9F8B0D-7BDB-4E79-A496-2BFB5497BC11}" dt="2026-05-31T19:02:34.963" v="14272" actId="47"/>
        <pc:sldMkLst>
          <pc:docMk/>
          <pc:sldMk cId="3960105347" sldId="259"/>
        </pc:sldMkLst>
      </pc:sldChg>
      <pc:sldChg chg="addSp delSp modSp del mod modShow">
        <pc:chgData name="Salman Talat" userId="ca7c2171-f5c0-4b38-a6ba-57252b0829e1" providerId="ADAL" clId="{8A9F8B0D-7BDB-4E79-A496-2BFB5497BC11}" dt="2026-05-31T19:02:49.944" v="14274" actId="47"/>
        <pc:sldMkLst>
          <pc:docMk/>
          <pc:sldMk cId="3437065009" sldId="264"/>
        </pc:sldMkLst>
        <pc:spChg chg="del">
          <ac:chgData name="Salman Talat" userId="ca7c2171-f5c0-4b38-a6ba-57252b0829e1" providerId="ADAL" clId="{8A9F8B0D-7BDB-4E79-A496-2BFB5497BC11}" dt="2026-05-30T23:26:50.548" v="4729" actId="478"/>
          <ac:spMkLst>
            <pc:docMk/>
            <pc:sldMk cId="3437065009" sldId="264"/>
            <ac:spMk id="2" creationId="{BB31353F-7C0A-E499-A874-C0A88D40DD01}"/>
          </ac:spMkLst>
        </pc:spChg>
        <pc:spChg chg="mod">
          <ac:chgData name="Salman Talat" userId="ca7c2171-f5c0-4b38-a6ba-57252b0829e1" providerId="ADAL" clId="{8A9F8B0D-7BDB-4E79-A496-2BFB5497BC11}" dt="2026-05-31T13:54:32.151" v="7547" actId="20577"/>
          <ac:spMkLst>
            <pc:docMk/>
            <pc:sldMk cId="3437065009" sldId="264"/>
            <ac:spMk id="3" creationId="{E61F60F7-D136-8EF2-52FB-27E9F607D442}"/>
          </ac:spMkLst>
        </pc:spChg>
        <pc:spChg chg="mod">
          <ac:chgData name="Salman Talat" userId="ca7c2171-f5c0-4b38-a6ba-57252b0829e1" providerId="ADAL" clId="{8A9F8B0D-7BDB-4E79-A496-2BFB5497BC11}" dt="2026-05-31T13:56:37.327" v="7728" actId="20577"/>
          <ac:spMkLst>
            <pc:docMk/>
            <pc:sldMk cId="3437065009" sldId="264"/>
            <ac:spMk id="4" creationId="{EF4DF94E-FBAD-AEF7-9C10-9BED1295B931}"/>
          </ac:spMkLst>
        </pc:spChg>
        <pc:spChg chg="mod">
          <ac:chgData name="Salman Talat" userId="ca7c2171-f5c0-4b38-a6ba-57252b0829e1" providerId="ADAL" clId="{8A9F8B0D-7BDB-4E79-A496-2BFB5497BC11}" dt="2026-05-30T23:26:56.834" v="4730" actId="1076"/>
          <ac:spMkLst>
            <pc:docMk/>
            <pc:sldMk cId="3437065009" sldId="264"/>
            <ac:spMk id="5" creationId="{30F94B16-D4D1-C3CC-E52B-4D079D1A05D7}"/>
          </ac:spMkLst>
        </pc:spChg>
        <pc:spChg chg="add mod">
          <ac:chgData name="Salman Talat" userId="ca7c2171-f5c0-4b38-a6ba-57252b0829e1" providerId="ADAL" clId="{8A9F8B0D-7BDB-4E79-A496-2BFB5497BC11}" dt="2026-05-31T13:56:05.954" v="7648" actId="1076"/>
          <ac:spMkLst>
            <pc:docMk/>
            <pc:sldMk cId="3437065009" sldId="264"/>
            <ac:spMk id="6" creationId="{0FA38D42-2993-5547-F665-D2BB09A11A86}"/>
          </ac:spMkLst>
        </pc:spChg>
        <pc:spChg chg="add mod">
          <ac:chgData name="Salman Talat" userId="ca7c2171-f5c0-4b38-a6ba-57252b0829e1" providerId="ADAL" clId="{8A9F8B0D-7BDB-4E79-A496-2BFB5497BC11}" dt="2026-05-31T14:18:36.189" v="9027" actId="20577"/>
          <ac:spMkLst>
            <pc:docMk/>
            <pc:sldMk cId="3437065009" sldId="264"/>
            <ac:spMk id="7" creationId="{4C5CF650-C706-80D2-25CE-3D3A70FE031D}"/>
          </ac:spMkLst>
        </pc:spChg>
        <pc:spChg chg="add mod">
          <ac:chgData name="Salman Talat" userId="ca7c2171-f5c0-4b38-a6ba-57252b0829e1" providerId="ADAL" clId="{8A9F8B0D-7BDB-4E79-A496-2BFB5497BC11}" dt="2026-05-31T13:47:53.505" v="7545" actId="20577"/>
          <ac:spMkLst>
            <pc:docMk/>
            <pc:sldMk cId="3437065009" sldId="264"/>
            <ac:spMk id="8" creationId="{1006F44B-7B27-F202-5DEF-2CD86115E55A}"/>
          </ac:spMkLst>
        </pc:spChg>
        <pc:spChg chg="del">
          <ac:chgData name="Salman Talat" userId="ca7c2171-f5c0-4b38-a6ba-57252b0829e1" providerId="ADAL" clId="{8A9F8B0D-7BDB-4E79-A496-2BFB5497BC11}" dt="2026-05-30T23:26:38.615" v="4726" actId="478"/>
          <ac:spMkLst>
            <pc:docMk/>
            <pc:sldMk cId="3437065009" sldId="264"/>
            <ac:spMk id="9" creationId="{283ECB16-6311-3F00-6626-4E9D0CC5A32F}"/>
          </ac:spMkLst>
        </pc:spChg>
        <pc:spChg chg="del">
          <ac:chgData name="Salman Talat" userId="ca7c2171-f5c0-4b38-a6ba-57252b0829e1" providerId="ADAL" clId="{8A9F8B0D-7BDB-4E79-A496-2BFB5497BC11}" dt="2026-05-30T23:26:38.615" v="4726" actId="478"/>
          <ac:spMkLst>
            <pc:docMk/>
            <pc:sldMk cId="3437065009" sldId="264"/>
            <ac:spMk id="10" creationId="{0290DA44-3483-B56F-B360-2D3FF86DE16C}"/>
          </ac:spMkLst>
        </pc:spChg>
        <pc:spChg chg="del">
          <ac:chgData name="Salman Talat" userId="ca7c2171-f5c0-4b38-a6ba-57252b0829e1" providerId="ADAL" clId="{8A9F8B0D-7BDB-4E79-A496-2BFB5497BC11}" dt="2026-05-30T23:26:38.615" v="4726" actId="478"/>
          <ac:spMkLst>
            <pc:docMk/>
            <pc:sldMk cId="3437065009" sldId="264"/>
            <ac:spMk id="11" creationId="{6AF27A42-DADA-8D71-982F-E4AD497BF4C3}"/>
          </ac:spMkLst>
        </pc:spChg>
        <pc:spChg chg="del">
          <ac:chgData name="Salman Talat" userId="ca7c2171-f5c0-4b38-a6ba-57252b0829e1" providerId="ADAL" clId="{8A9F8B0D-7BDB-4E79-A496-2BFB5497BC11}" dt="2026-05-30T23:26:38.615" v="4726" actId="478"/>
          <ac:spMkLst>
            <pc:docMk/>
            <pc:sldMk cId="3437065009" sldId="264"/>
            <ac:spMk id="12" creationId="{056FEB96-823B-E47D-54D9-53525CF2EB2F}"/>
          </ac:spMkLst>
        </pc:spChg>
        <pc:spChg chg="add mod">
          <ac:chgData name="Salman Talat" userId="ca7c2171-f5c0-4b38-a6ba-57252b0829e1" providerId="ADAL" clId="{8A9F8B0D-7BDB-4E79-A496-2BFB5497BC11}" dt="2026-05-31T13:43:31.009" v="7387" actId="1035"/>
          <ac:spMkLst>
            <pc:docMk/>
            <pc:sldMk cId="3437065009" sldId="264"/>
            <ac:spMk id="13" creationId="{D39036FE-13D6-EBC1-4021-D6F70F874D49}"/>
          </ac:spMkLst>
        </pc:spChg>
      </pc:sldChg>
      <pc:sldChg chg="addSp delSp modSp mod ord">
        <pc:chgData name="Salman Talat" userId="ca7c2171-f5c0-4b38-a6ba-57252b0829e1" providerId="ADAL" clId="{8A9F8B0D-7BDB-4E79-A496-2BFB5497BC11}" dt="2026-05-31T19:10:24.396" v="14632" actId="1038"/>
        <pc:sldMkLst>
          <pc:docMk/>
          <pc:sldMk cId="3653762734" sldId="265"/>
        </pc:sldMkLst>
        <pc:spChg chg="mod">
          <ac:chgData name="Salman Talat" userId="ca7c2171-f5c0-4b38-a6ba-57252b0829e1" providerId="ADAL" clId="{8A9F8B0D-7BDB-4E79-A496-2BFB5497BC11}" dt="2026-05-31T18:37:30.668" v="13067" actId="20577"/>
          <ac:spMkLst>
            <pc:docMk/>
            <pc:sldMk cId="3653762734" sldId="265"/>
            <ac:spMk id="2" creationId="{C56B2C0F-08AD-C0C6-50DE-F3279B7FF1A1}"/>
          </ac:spMkLst>
        </pc:spChg>
        <pc:spChg chg="del">
          <ac:chgData name="Salman Talat" userId="ca7c2171-f5c0-4b38-a6ba-57252b0829e1" providerId="ADAL" clId="{8A9F8B0D-7BDB-4E79-A496-2BFB5497BC11}" dt="2026-05-31T14:52:02.204" v="10669" actId="478"/>
          <ac:spMkLst>
            <pc:docMk/>
            <pc:sldMk cId="3653762734" sldId="265"/>
            <ac:spMk id="3" creationId="{A43B39B1-5D61-D348-77BD-01F4ED84A159}"/>
          </ac:spMkLst>
        </pc:spChg>
        <pc:spChg chg="add del mod">
          <ac:chgData name="Salman Talat" userId="ca7c2171-f5c0-4b38-a6ba-57252b0829e1" providerId="ADAL" clId="{8A9F8B0D-7BDB-4E79-A496-2BFB5497BC11}" dt="2026-05-31T18:30:56.933" v="12677" actId="478"/>
          <ac:spMkLst>
            <pc:docMk/>
            <pc:sldMk cId="3653762734" sldId="265"/>
            <ac:spMk id="4" creationId="{037AA99A-7E25-17FC-94B4-71AD8D8BA05A}"/>
          </ac:spMkLst>
        </pc:spChg>
        <pc:spChg chg="del">
          <ac:chgData name="Salman Talat" userId="ca7c2171-f5c0-4b38-a6ba-57252b0829e1" providerId="ADAL" clId="{8A9F8B0D-7BDB-4E79-A496-2BFB5497BC11}" dt="2026-05-31T18:30:56.933" v="12677" actId="478"/>
          <ac:spMkLst>
            <pc:docMk/>
            <pc:sldMk cId="3653762734" sldId="265"/>
            <ac:spMk id="6" creationId="{94203BE6-C809-2FBD-CE17-0E0479D226AE}"/>
          </ac:spMkLst>
        </pc:spChg>
        <pc:spChg chg="del mod topLvl">
          <ac:chgData name="Salman Talat" userId="ca7c2171-f5c0-4b38-a6ba-57252b0829e1" providerId="ADAL" clId="{8A9F8B0D-7BDB-4E79-A496-2BFB5497BC11}" dt="2026-05-31T18:30:56.933" v="12677" actId="478"/>
          <ac:spMkLst>
            <pc:docMk/>
            <pc:sldMk cId="3653762734" sldId="265"/>
            <ac:spMk id="7" creationId="{DC96F883-B4AC-DEAC-3B9D-AA96CA968C4A}"/>
          </ac:spMkLst>
        </pc:spChg>
        <pc:spChg chg="del mod topLvl">
          <ac:chgData name="Salman Talat" userId="ca7c2171-f5c0-4b38-a6ba-57252b0829e1" providerId="ADAL" clId="{8A9F8B0D-7BDB-4E79-A496-2BFB5497BC11}" dt="2026-05-31T18:30:56.933" v="12677" actId="478"/>
          <ac:spMkLst>
            <pc:docMk/>
            <pc:sldMk cId="3653762734" sldId="265"/>
            <ac:spMk id="8" creationId="{558A337B-46CE-B083-A5E4-6BF503B673E3}"/>
          </ac:spMkLst>
        </pc:spChg>
        <pc:spChg chg="del mod topLvl">
          <ac:chgData name="Salman Talat" userId="ca7c2171-f5c0-4b38-a6ba-57252b0829e1" providerId="ADAL" clId="{8A9F8B0D-7BDB-4E79-A496-2BFB5497BC11}" dt="2026-05-31T18:30:56.933" v="12677" actId="478"/>
          <ac:spMkLst>
            <pc:docMk/>
            <pc:sldMk cId="3653762734" sldId="265"/>
            <ac:spMk id="9" creationId="{E9A0C7A2-A687-6B29-9E93-526967778E63}"/>
          </ac:spMkLst>
        </pc:spChg>
        <pc:spChg chg="del mod">
          <ac:chgData name="Salman Talat" userId="ca7c2171-f5c0-4b38-a6ba-57252b0829e1" providerId="ADAL" clId="{8A9F8B0D-7BDB-4E79-A496-2BFB5497BC11}" dt="2026-05-31T18:30:56.933" v="12677" actId="478"/>
          <ac:spMkLst>
            <pc:docMk/>
            <pc:sldMk cId="3653762734" sldId="265"/>
            <ac:spMk id="10" creationId="{7F6DE761-2C34-EE67-54BC-C1D389609E2A}"/>
          </ac:spMkLst>
        </pc:spChg>
        <pc:spChg chg="add del mod">
          <ac:chgData name="Salman Talat" userId="ca7c2171-f5c0-4b38-a6ba-57252b0829e1" providerId="ADAL" clId="{8A9F8B0D-7BDB-4E79-A496-2BFB5497BC11}" dt="2026-05-31T18:30:56.933" v="12677" actId="478"/>
          <ac:spMkLst>
            <pc:docMk/>
            <pc:sldMk cId="3653762734" sldId="265"/>
            <ac:spMk id="11" creationId="{E6132BBA-1FEA-3EFA-49EB-B3C01417AB1E}"/>
          </ac:spMkLst>
        </pc:spChg>
        <pc:spChg chg="add del mod">
          <ac:chgData name="Salman Talat" userId="ca7c2171-f5c0-4b38-a6ba-57252b0829e1" providerId="ADAL" clId="{8A9F8B0D-7BDB-4E79-A496-2BFB5497BC11}" dt="2026-05-31T14:56:08.281" v="10733" actId="478"/>
          <ac:spMkLst>
            <pc:docMk/>
            <pc:sldMk cId="3653762734" sldId="265"/>
            <ac:spMk id="12" creationId="{FE2FFF2C-1D74-5945-8932-AD1CCD5F5A90}"/>
          </ac:spMkLst>
        </pc:spChg>
        <pc:spChg chg="add del mod">
          <ac:chgData name="Salman Talat" userId="ca7c2171-f5c0-4b38-a6ba-57252b0829e1" providerId="ADAL" clId="{8A9F8B0D-7BDB-4E79-A496-2BFB5497BC11}" dt="2026-05-31T14:56:38.620" v="10740" actId="478"/>
          <ac:spMkLst>
            <pc:docMk/>
            <pc:sldMk cId="3653762734" sldId="265"/>
            <ac:spMk id="14" creationId="{F5ED79DE-B1E5-57BF-EEE3-FC0BDDF499D3}"/>
          </ac:spMkLst>
        </pc:spChg>
        <pc:spChg chg="add del mod">
          <ac:chgData name="Salman Talat" userId="ca7c2171-f5c0-4b38-a6ba-57252b0829e1" providerId="ADAL" clId="{8A9F8B0D-7BDB-4E79-A496-2BFB5497BC11}" dt="2026-05-31T18:35:02.061" v="12921" actId="478"/>
          <ac:spMkLst>
            <pc:docMk/>
            <pc:sldMk cId="3653762734" sldId="265"/>
            <ac:spMk id="15" creationId="{3541D584-D3ED-C12B-320C-50164CBEBAB3}"/>
          </ac:spMkLst>
        </pc:spChg>
        <pc:spChg chg="add mod">
          <ac:chgData name="Salman Talat" userId="ca7c2171-f5c0-4b38-a6ba-57252b0829e1" providerId="ADAL" clId="{8A9F8B0D-7BDB-4E79-A496-2BFB5497BC11}" dt="2026-05-31T18:44:52.321" v="13388" actId="1076"/>
          <ac:spMkLst>
            <pc:docMk/>
            <pc:sldMk cId="3653762734" sldId="265"/>
            <ac:spMk id="16" creationId="{67A21D0A-4F60-FA76-1FE9-7D21A5166DCB}"/>
          </ac:spMkLst>
        </pc:spChg>
        <pc:spChg chg="add mod">
          <ac:chgData name="Salman Talat" userId="ca7c2171-f5c0-4b38-a6ba-57252b0829e1" providerId="ADAL" clId="{8A9F8B0D-7BDB-4E79-A496-2BFB5497BC11}" dt="2026-05-31T18:44:52.321" v="13388" actId="1076"/>
          <ac:spMkLst>
            <pc:docMk/>
            <pc:sldMk cId="3653762734" sldId="265"/>
            <ac:spMk id="17" creationId="{E2B9619F-F5EF-1271-21A0-DFBAAD4EAB13}"/>
          </ac:spMkLst>
        </pc:spChg>
        <pc:spChg chg="add mod">
          <ac:chgData name="Salman Talat" userId="ca7c2171-f5c0-4b38-a6ba-57252b0829e1" providerId="ADAL" clId="{8A9F8B0D-7BDB-4E79-A496-2BFB5497BC11}" dt="2026-05-31T18:44:52.321" v="13388" actId="1076"/>
          <ac:spMkLst>
            <pc:docMk/>
            <pc:sldMk cId="3653762734" sldId="265"/>
            <ac:spMk id="18" creationId="{F87CF6D8-7113-8AC2-0584-C90377638DD5}"/>
          </ac:spMkLst>
        </pc:spChg>
        <pc:spChg chg="add mod">
          <ac:chgData name="Salman Talat" userId="ca7c2171-f5c0-4b38-a6ba-57252b0829e1" providerId="ADAL" clId="{8A9F8B0D-7BDB-4E79-A496-2BFB5497BC11}" dt="2026-05-31T18:44:52.321" v="13388" actId="1076"/>
          <ac:spMkLst>
            <pc:docMk/>
            <pc:sldMk cId="3653762734" sldId="265"/>
            <ac:spMk id="19" creationId="{F467438A-24C2-7FCE-251F-D7E3B54A505A}"/>
          </ac:spMkLst>
        </pc:spChg>
        <pc:spChg chg="add mod">
          <ac:chgData name="Salman Talat" userId="ca7c2171-f5c0-4b38-a6ba-57252b0829e1" providerId="ADAL" clId="{8A9F8B0D-7BDB-4E79-A496-2BFB5497BC11}" dt="2026-05-31T18:44:52.321" v="13388" actId="1076"/>
          <ac:spMkLst>
            <pc:docMk/>
            <pc:sldMk cId="3653762734" sldId="265"/>
            <ac:spMk id="20" creationId="{49905E4E-68A1-33E7-8C7C-24D42CFCB247}"/>
          </ac:spMkLst>
        </pc:spChg>
        <pc:spChg chg="add mod">
          <ac:chgData name="Salman Talat" userId="ca7c2171-f5c0-4b38-a6ba-57252b0829e1" providerId="ADAL" clId="{8A9F8B0D-7BDB-4E79-A496-2BFB5497BC11}" dt="2026-05-31T18:53:05.921" v="13738" actId="13926"/>
          <ac:spMkLst>
            <pc:docMk/>
            <pc:sldMk cId="3653762734" sldId="265"/>
            <ac:spMk id="21" creationId="{6155A31D-1442-0381-0013-27FE4D59EE79}"/>
          </ac:spMkLst>
        </pc:spChg>
        <pc:spChg chg="add mod">
          <ac:chgData name="Salman Talat" userId="ca7c2171-f5c0-4b38-a6ba-57252b0829e1" providerId="ADAL" clId="{8A9F8B0D-7BDB-4E79-A496-2BFB5497BC11}" dt="2026-05-31T18:44:52.321" v="13388" actId="1076"/>
          <ac:spMkLst>
            <pc:docMk/>
            <pc:sldMk cId="3653762734" sldId="265"/>
            <ac:spMk id="22" creationId="{C71C9E48-07F6-A0FB-ED84-B8A9FD6BE443}"/>
          </ac:spMkLst>
        </pc:spChg>
        <pc:spChg chg="add mod">
          <ac:chgData name="Salman Talat" userId="ca7c2171-f5c0-4b38-a6ba-57252b0829e1" providerId="ADAL" clId="{8A9F8B0D-7BDB-4E79-A496-2BFB5497BC11}" dt="2026-05-31T18:55:06.816" v="13758" actId="20577"/>
          <ac:spMkLst>
            <pc:docMk/>
            <pc:sldMk cId="3653762734" sldId="265"/>
            <ac:spMk id="23" creationId="{578B5D60-9457-F294-3705-A9C0A9032C8A}"/>
          </ac:spMkLst>
        </pc:spChg>
        <pc:spChg chg="add mod">
          <ac:chgData name="Salman Talat" userId="ca7c2171-f5c0-4b38-a6ba-57252b0829e1" providerId="ADAL" clId="{8A9F8B0D-7BDB-4E79-A496-2BFB5497BC11}" dt="2026-05-31T18:58:24.996" v="14007" actId="1076"/>
          <ac:spMkLst>
            <pc:docMk/>
            <pc:sldMk cId="3653762734" sldId="265"/>
            <ac:spMk id="24" creationId="{48CD0EF3-430F-C5FB-2B0A-092DDB514D3E}"/>
          </ac:spMkLst>
        </pc:spChg>
        <pc:spChg chg="add mod">
          <ac:chgData name="Salman Talat" userId="ca7c2171-f5c0-4b38-a6ba-57252b0829e1" providerId="ADAL" clId="{8A9F8B0D-7BDB-4E79-A496-2BFB5497BC11}" dt="2026-05-31T19:00:23.608" v="14052" actId="20577"/>
          <ac:spMkLst>
            <pc:docMk/>
            <pc:sldMk cId="3653762734" sldId="265"/>
            <ac:spMk id="25" creationId="{FDCCC3AD-60EE-CDAC-F516-E82B51DA6097}"/>
          </ac:spMkLst>
        </pc:spChg>
        <pc:spChg chg="add mod ord">
          <ac:chgData name="Salman Talat" userId="ca7c2171-f5c0-4b38-a6ba-57252b0829e1" providerId="ADAL" clId="{8A9F8B0D-7BDB-4E79-A496-2BFB5497BC11}" dt="2026-05-31T19:00:01.632" v="14049" actId="207"/>
          <ac:spMkLst>
            <pc:docMk/>
            <pc:sldMk cId="3653762734" sldId="265"/>
            <ac:spMk id="26" creationId="{7C314743-2D19-E4A5-FE64-371FA2D12212}"/>
          </ac:spMkLst>
        </pc:spChg>
        <pc:spChg chg="add mod">
          <ac:chgData name="Salman Talat" userId="ca7c2171-f5c0-4b38-a6ba-57252b0829e1" providerId="ADAL" clId="{8A9F8B0D-7BDB-4E79-A496-2BFB5497BC11}" dt="2026-05-31T19:10:24.396" v="14632" actId="1038"/>
          <ac:spMkLst>
            <pc:docMk/>
            <pc:sldMk cId="3653762734" sldId="265"/>
            <ac:spMk id="27" creationId="{BCB9F462-4558-A8C0-6C78-9FD001913F20}"/>
          </ac:spMkLst>
        </pc:spChg>
        <pc:spChg chg="add mod">
          <ac:chgData name="Salman Talat" userId="ca7c2171-f5c0-4b38-a6ba-57252b0829e1" providerId="ADAL" clId="{8A9F8B0D-7BDB-4E79-A496-2BFB5497BC11}" dt="2026-05-31T19:10:24.396" v="14632" actId="1038"/>
          <ac:spMkLst>
            <pc:docMk/>
            <pc:sldMk cId="3653762734" sldId="265"/>
            <ac:spMk id="28" creationId="{3DA6A0AF-98A5-046B-4311-8B44524F7DA6}"/>
          </ac:spMkLst>
        </pc:spChg>
        <pc:spChg chg="add mod">
          <ac:chgData name="Salman Talat" userId="ca7c2171-f5c0-4b38-a6ba-57252b0829e1" providerId="ADAL" clId="{8A9F8B0D-7BDB-4E79-A496-2BFB5497BC11}" dt="2026-05-31T19:10:24.396" v="14632" actId="1038"/>
          <ac:spMkLst>
            <pc:docMk/>
            <pc:sldMk cId="3653762734" sldId="265"/>
            <ac:spMk id="29" creationId="{0177FCC1-9672-E2F4-6C0B-A3B3F2BA5D74}"/>
          </ac:spMkLst>
        </pc:spChg>
        <pc:spChg chg="add mod">
          <ac:chgData name="Salman Talat" userId="ca7c2171-f5c0-4b38-a6ba-57252b0829e1" providerId="ADAL" clId="{8A9F8B0D-7BDB-4E79-A496-2BFB5497BC11}" dt="2026-05-31T19:10:24.396" v="14632" actId="1038"/>
          <ac:spMkLst>
            <pc:docMk/>
            <pc:sldMk cId="3653762734" sldId="265"/>
            <ac:spMk id="30" creationId="{D15DCA4F-F059-D951-3730-A4763CAC4FB9}"/>
          </ac:spMkLst>
        </pc:spChg>
        <pc:spChg chg="add del mod">
          <ac:chgData name="Salman Talat" userId="ca7c2171-f5c0-4b38-a6ba-57252b0829e1" providerId="ADAL" clId="{8A9F8B0D-7BDB-4E79-A496-2BFB5497BC11}" dt="2026-05-31T18:56:59.338" v="13893" actId="478"/>
          <ac:spMkLst>
            <pc:docMk/>
            <pc:sldMk cId="3653762734" sldId="265"/>
            <ac:spMk id="31" creationId="{1D2DF4C6-CD64-0CBA-2210-A667698930BE}"/>
          </ac:spMkLst>
        </pc:spChg>
        <pc:spChg chg="add del mod">
          <ac:chgData name="Salman Talat" userId="ca7c2171-f5c0-4b38-a6ba-57252b0829e1" providerId="ADAL" clId="{8A9F8B0D-7BDB-4E79-A496-2BFB5497BC11}" dt="2026-05-31T18:56:59.338" v="13893" actId="478"/>
          <ac:spMkLst>
            <pc:docMk/>
            <pc:sldMk cId="3653762734" sldId="265"/>
            <ac:spMk id="32" creationId="{5EC3E17B-CBFC-426A-FB4D-0142A37BF7B3}"/>
          </ac:spMkLst>
        </pc:spChg>
        <pc:spChg chg="add del mod">
          <ac:chgData name="Salman Talat" userId="ca7c2171-f5c0-4b38-a6ba-57252b0829e1" providerId="ADAL" clId="{8A9F8B0D-7BDB-4E79-A496-2BFB5497BC11}" dt="2026-05-31T18:56:59.338" v="13893" actId="478"/>
          <ac:spMkLst>
            <pc:docMk/>
            <pc:sldMk cId="3653762734" sldId="265"/>
            <ac:spMk id="33" creationId="{D02123BE-CDC5-966F-CA87-2EFC1C811FCD}"/>
          </ac:spMkLst>
        </pc:spChg>
        <pc:spChg chg="add del mod">
          <ac:chgData name="Salman Talat" userId="ca7c2171-f5c0-4b38-a6ba-57252b0829e1" providerId="ADAL" clId="{8A9F8B0D-7BDB-4E79-A496-2BFB5497BC11}" dt="2026-05-31T18:56:59.338" v="13893" actId="478"/>
          <ac:spMkLst>
            <pc:docMk/>
            <pc:sldMk cId="3653762734" sldId="265"/>
            <ac:spMk id="34" creationId="{DD5BF415-82F1-B996-E6B6-D34BCFC26C8B}"/>
          </ac:spMkLst>
        </pc:spChg>
        <pc:spChg chg="add mod">
          <ac:chgData name="Salman Talat" userId="ca7c2171-f5c0-4b38-a6ba-57252b0829e1" providerId="ADAL" clId="{8A9F8B0D-7BDB-4E79-A496-2BFB5497BC11}" dt="2026-05-31T18:58:28.193" v="14008"/>
          <ac:spMkLst>
            <pc:docMk/>
            <pc:sldMk cId="3653762734" sldId="265"/>
            <ac:spMk id="35" creationId="{080578E8-40CE-E68E-F3F4-883C6654E04D}"/>
          </ac:spMkLst>
        </pc:spChg>
        <pc:spChg chg="add mod">
          <ac:chgData name="Salman Talat" userId="ca7c2171-f5c0-4b38-a6ba-57252b0829e1" providerId="ADAL" clId="{8A9F8B0D-7BDB-4E79-A496-2BFB5497BC11}" dt="2026-05-31T19:04:13.977" v="14378" actId="20577"/>
          <ac:spMkLst>
            <pc:docMk/>
            <pc:sldMk cId="3653762734" sldId="265"/>
            <ac:spMk id="36" creationId="{25494A2F-81B9-9B3D-EBAC-E966E3B6805D}"/>
          </ac:spMkLst>
        </pc:spChg>
        <pc:spChg chg="add mod">
          <ac:chgData name="Salman Talat" userId="ca7c2171-f5c0-4b38-a6ba-57252b0829e1" providerId="ADAL" clId="{8A9F8B0D-7BDB-4E79-A496-2BFB5497BC11}" dt="2026-05-31T19:04:53.329" v="14438" actId="20577"/>
          <ac:spMkLst>
            <pc:docMk/>
            <pc:sldMk cId="3653762734" sldId="265"/>
            <ac:spMk id="38" creationId="{53FBD5B2-3F77-1DE0-254F-2551C37B9845}"/>
          </ac:spMkLst>
        </pc:spChg>
        <pc:spChg chg="add mod">
          <ac:chgData name="Salman Talat" userId="ca7c2171-f5c0-4b38-a6ba-57252b0829e1" providerId="ADAL" clId="{8A9F8B0D-7BDB-4E79-A496-2BFB5497BC11}" dt="2026-05-31T19:06:08.562" v="14600" actId="1076"/>
          <ac:spMkLst>
            <pc:docMk/>
            <pc:sldMk cId="3653762734" sldId="265"/>
            <ac:spMk id="39" creationId="{F501EF2D-7236-F1FA-33CC-73E8203736B2}"/>
          </ac:spMkLst>
        </pc:spChg>
        <pc:spChg chg="add mod">
          <ac:chgData name="Salman Talat" userId="ca7c2171-f5c0-4b38-a6ba-57252b0829e1" providerId="ADAL" clId="{8A9F8B0D-7BDB-4E79-A496-2BFB5497BC11}" dt="2026-05-31T19:06:05.684" v="14599" actId="20577"/>
          <ac:spMkLst>
            <pc:docMk/>
            <pc:sldMk cId="3653762734" sldId="265"/>
            <ac:spMk id="40" creationId="{507B3532-685C-9C70-CF29-4C94D537BEB1}"/>
          </ac:spMkLst>
        </pc:spChg>
        <pc:spChg chg="add mod">
          <ac:chgData name="Salman Talat" userId="ca7c2171-f5c0-4b38-a6ba-57252b0829e1" providerId="ADAL" clId="{8A9F8B0D-7BDB-4E79-A496-2BFB5497BC11}" dt="2026-05-31T19:06:26.988" v="14601"/>
          <ac:spMkLst>
            <pc:docMk/>
            <pc:sldMk cId="3653762734" sldId="265"/>
            <ac:spMk id="41" creationId="{EE1D0DEB-FAF6-732E-9D45-CB216133D707}"/>
          </ac:spMkLst>
        </pc:spChg>
        <pc:grpChg chg="del">
          <ac:chgData name="Salman Talat" userId="ca7c2171-f5c0-4b38-a6ba-57252b0829e1" providerId="ADAL" clId="{8A9F8B0D-7BDB-4E79-A496-2BFB5497BC11}" dt="2026-05-31T14:52:21.858" v="10673" actId="165"/>
          <ac:grpSpMkLst>
            <pc:docMk/>
            <pc:sldMk cId="3653762734" sldId="265"/>
            <ac:grpSpMk id="5" creationId="{66D3F7A5-9CFD-9E96-60EB-4FD3A394163E}"/>
          </ac:grpSpMkLst>
        </pc:grpChg>
        <pc:picChg chg="add mod">
          <ac:chgData name="Salman Talat" userId="ca7c2171-f5c0-4b38-a6ba-57252b0829e1" providerId="ADAL" clId="{8A9F8B0D-7BDB-4E79-A496-2BFB5497BC11}" dt="2026-05-31T19:00:40.773" v="14069" actId="1035"/>
          <ac:picMkLst>
            <pc:docMk/>
            <pc:sldMk cId="3653762734" sldId="265"/>
            <ac:picMk id="37" creationId="{E28A3A97-90BA-C24F-7117-7A732F4175E3}"/>
          </ac:picMkLst>
        </pc:picChg>
      </pc:sldChg>
      <pc:sldChg chg="modSp mod">
        <pc:chgData name="Salman Talat" userId="ca7c2171-f5c0-4b38-a6ba-57252b0829e1" providerId="ADAL" clId="{8A9F8B0D-7BDB-4E79-A496-2BFB5497BC11}" dt="2026-05-31T19:02:55.636" v="14277" actId="20577"/>
        <pc:sldMkLst>
          <pc:docMk/>
          <pc:sldMk cId="3940893885" sldId="267"/>
        </pc:sldMkLst>
        <pc:spChg chg="mod">
          <ac:chgData name="Salman Talat" userId="ca7c2171-f5c0-4b38-a6ba-57252b0829e1" providerId="ADAL" clId="{8A9F8B0D-7BDB-4E79-A496-2BFB5497BC11}" dt="2026-05-31T19:02:55.636" v="14277" actId="20577"/>
          <ac:spMkLst>
            <pc:docMk/>
            <pc:sldMk cId="3940893885" sldId="267"/>
            <ac:spMk id="6" creationId="{AEE9E8B0-398B-0730-BB21-7D003C62D561}"/>
          </ac:spMkLst>
        </pc:spChg>
      </pc:sldChg>
      <pc:sldChg chg="modSp mod">
        <pc:chgData name="Salman Talat" userId="ca7c2171-f5c0-4b38-a6ba-57252b0829e1" providerId="ADAL" clId="{8A9F8B0D-7BDB-4E79-A496-2BFB5497BC11}" dt="2026-05-31T19:03:23.991" v="14324" actId="20577"/>
        <pc:sldMkLst>
          <pc:docMk/>
          <pc:sldMk cId="3416228853" sldId="273"/>
        </pc:sldMkLst>
        <pc:spChg chg="mod">
          <ac:chgData name="Salman Talat" userId="ca7c2171-f5c0-4b38-a6ba-57252b0829e1" providerId="ADAL" clId="{8A9F8B0D-7BDB-4E79-A496-2BFB5497BC11}" dt="2026-05-31T19:03:23.991" v="14324" actId="20577"/>
          <ac:spMkLst>
            <pc:docMk/>
            <pc:sldMk cId="3416228853" sldId="273"/>
            <ac:spMk id="8" creationId="{09A88852-CF81-FA19-0114-AB39993D90E9}"/>
          </ac:spMkLst>
        </pc:spChg>
        <pc:spChg chg="mod">
          <ac:chgData name="Salman Talat" userId="ca7c2171-f5c0-4b38-a6ba-57252b0829e1" providerId="ADAL" clId="{8A9F8B0D-7BDB-4E79-A496-2BFB5497BC11}" dt="2026-05-31T19:03:04.478" v="14281" actId="20577"/>
          <ac:spMkLst>
            <pc:docMk/>
            <pc:sldMk cId="3416228853" sldId="273"/>
            <ac:spMk id="10" creationId="{E17096F7-3EC7-72FE-C929-C75E5D056A5F}"/>
          </ac:spMkLst>
        </pc:spChg>
      </pc:sldChg>
      <pc:sldChg chg="ord">
        <pc:chgData name="Salman Talat" userId="ca7c2171-f5c0-4b38-a6ba-57252b0829e1" providerId="ADAL" clId="{8A9F8B0D-7BDB-4E79-A496-2BFB5497BC11}" dt="2026-05-31T18:55:55.085" v="13760"/>
        <pc:sldMkLst>
          <pc:docMk/>
          <pc:sldMk cId="1517319012" sldId="275"/>
        </pc:sldMkLst>
      </pc:sldChg>
      <pc:sldChg chg="ord">
        <pc:chgData name="Salman Talat" userId="ca7c2171-f5c0-4b38-a6ba-57252b0829e1" providerId="ADAL" clId="{8A9F8B0D-7BDB-4E79-A496-2BFB5497BC11}" dt="2026-05-31T18:55:55.085" v="13760"/>
        <pc:sldMkLst>
          <pc:docMk/>
          <pc:sldMk cId="2476162416" sldId="276"/>
        </pc:sldMkLst>
      </pc:sldChg>
      <pc:sldChg chg="modSp add del mod">
        <pc:chgData name="Salman Talat" userId="ca7c2171-f5c0-4b38-a6ba-57252b0829e1" providerId="ADAL" clId="{8A9F8B0D-7BDB-4E79-A496-2BFB5497BC11}" dt="2026-05-30T22:25:22.963" v="4709" actId="47"/>
        <pc:sldMkLst>
          <pc:docMk/>
          <pc:sldMk cId="2847476821" sldId="303"/>
        </pc:sldMkLst>
        <pc:spChg chg="mod">
          <ac:chgData name="Salman Talat" userId="ca7c2171-f5c0-4b38-a6ba-57252b0829e1" providerId="ADAL" clId="{8A9F8B0D-7BDB-4E79-A496-2BFB5497BC11}" dt="2026-05-30T20:34:38.359" v="19" actId="27636"/>
          <ac:spMkLst>
            <pc:docMk/>
            <pc:sldMk cId="2847476821" sldId="303"/>
            <ac:spMk id="2" creationId="{D28CE4D7-6C5E-E9DD-34FE-716EA265BFD7}"/>
          </ac:spMkLst>
        </pc:spChg>
      </pc:sldChg>
      <pc:sldChg chg="modSp mod">
        <pc:chgData name="Salman Talat" userId="ca7c2171-f5c0-4b38-a6ba-57252b0829e1" providerId="ADAL" clId="{8A9F8B0D-7BDB-4E79-A496-2BFB5497BC11}" dt="2026-05-31T19:03:00.733" v="14279" actId="20577"/>
        <pc:sldMkLst>
          <pc:docMk/>
          <pc:sldMk cId="1165739100" sldId="2146846661"/>
        </pc:sldMkLst>
        <pc:spChg chg="mod">
          <ac:chgData name="Salman Talat" userId="ca7c2171-f5c0-4b38-a6ba-57252b0829e1" providerId="ADAL" clId="{8A9F8B0D-7BDB-4E79-A496-2BFB5497BC11}" dt="2026-05-31T19:03:00.733" v="14279" actId="20577"/>
          <ac:spMkLst>
            <pc:docMk/>
            <pc:sldMk cId="1165739100" sldId="2146846661"/>
            <ac:spMk id="6" creationId="{F989F1CF-C6F7-8D26-C67E-B8F403FE9030}"/>
          </ac:spMkLst>
        </pc:spChg>
      </pc:sldChg>
      <pc:sldChg chg="modSp mod">
        <pc:chgData name="Salman Talat" userId="ca7c2171-f5c0-4b38-a6ba-57252b0829e1" providerId="ADAL" clId="{8A9F8B0D-7BDB-4E79-A496-2BFB5497BC11}" dt="2026-05-31T19:07:32.402" v="14609" actId="20577"/>
        <pc:sldMkLst>
          <pc:docMk/>
          <pc:sldMk cId="1988610374" sldId="2146846672"/>
        </pc:sldMkLst>
        <pc:spChg chg="mod">
          <ac:chgData name="Salman Talat" userId="ca7c2171-f5c0-4b38-a6ba-57252b0829e1" providerId="ADAL" clId="{8A9F8B0D-7BDB-4E79-A496-2BFB5497BC11}" dt="2026-05-31T19:07:28.711" v="14605" actId="20577"/>
          <ac:spMkLst>
            <pc:docMk/>
            <pc:sldMk cId="1988610374" sldId="2146846672"/>
            <ac:spMk id="19" creationId="{8E7E2018-04C2-3C56-0DE2-70685966D4F0}"/>
          </ac:spMkLst>
        </pc:spChg>
        <pc:spChg chg="mod">
          <ac:chgData name="Salman Talat" userId="ca7c2171-f5c0-4b38-a6ba-57252b0829e1" providerId="ADAL" clId="{8A9F8B0D-7BDB-4E79-A496-2BFB5497BC11}" dt="2026-05-31T19:07:32.402" v="14609" actId="20577"/>
          <ac:spMkLst>
            <pc:docMk/>
            <pc:sldMk cId="1988610374" sldId="2146846672"/>
            <ac:spMk id="21" creationId="{7121C509-90C0-37F1-58EC-EEBA58F47940}"/>
          </ac:spMkLst>
        </pc:spChg>
      </pc:sldChg>
      <pc:sldChg chg="del">
        <pc:chgData name="Salman Talat" userId="ca7c2171-f5c0-4b38-a6ba-57252b0829e1" providerId="ADAL" clId="{8A9F8B0D-7BDB-4E79-A496-2BFB5497BC11}" dt="2026-05-31T19:02:52.994" v="14275" actId="47"/>
        <pc:sldMkLst>
          <pc:docMk/>
          <pc:sldMk cId="2125747500" sldId="2146846674"/>
        </pc:sldMkLst>
      </pc:sldChg>
      <pc:sldChg chg="ord">
        <pc:chgData name="Salman Talat" userId="ca7c2171-f5c0-4b38-a6ba-57252b0829e1" providerId="ADAL" clId="{8A9F8B0D-7BDB-4E79-A496-2BFB5497BC11}" dt="2026-05-31T18:55:55.085" v="13760"/>
        <pc:sldMkLst>
          <pc:docMk/>
          <pc:sldMk cId="4145156255" sldId="2146846675"/>
        </pc:sldMkLst>
      </pc:sldChg>
      <pc:sldChg chg="addSp modSp new add del mod">
        <pc:chgData name="Salman Talat" userId="ca7c2171-f5c0-4b38-a6ba-57252b0829e1" providerId="ADAL" clId="{8A9F8B0D-7BDB-4E79-A496-2BFB5497BC11}" dt="2026-05-30T20:39:24.306" v="22" actId="47"/>
        <pc:sldMkLst>
          <pc:docMk/>
          <pc:sldMk cId="492522908" sldId="2146846676"/>
        </pc:sldMkLst>
        <pc:spChg chg="add mod">
          <ac:chgData name="Salman Talat" userId="ca7c2171-f5c0-4b38-a6ba-57252b0829e1" providerId="ADAL" clId="{8A9F8B0D-7BDB-4E79-A496-2BFB5497BC11}" dt="2026-05-30T20:30:38.306" v="10" actId="20577"/>
          <ac:spMkLst>
            <pc:docMk/>
            <pc:sldMk cId="492522908" sldId="2146846676"/>
            <ac:spMk id="2" creationId="{FC737321-D10B-A77B-6962-40E2D6DF6A3F}"/>
          </ac:spMkLst>
        </pc:spChg>
        <pc:graphicFrameChg chg="add mod modGraphic">
          <ac:chgData name="Salman Talat" userId="ca7c2171-f5c0-4b38-a6ba-57252b0829e1" providerId="ADAL" clId="{8A9F8B0D-7BDB-4E79-A496-2BFB5497BC11}" dt="2026-05-30T20:31:12.912" v="17" actId="2165"/>
          <ac:graphicFrameMkLst>
            <pc:docMk/>
            <pc:sldMk cId="492522908" sldId="2146846676"/>
            <ac:graphicFrameMk id="3" creationId="{C8010FD2-4A5C-26C5-DADB-93771D9CE73B}"/>
          </ac:graphicFrameMkLst>
        </pc:graphicFrameChg>
      </pc:sldChg>
      <pc:sldChg chg="addSp delSp modSp add mod">
        <pc:chgData name="Salman Talat" userId="ca7c2171-f5c0-4b38-a6ba-57252b0829e1" providerId="ADAL" clId="{8A9F8B0D-7BDB-4E79-A496-2BFB5497BC11}" dt="2026-05-30T20:43:35.937" v="97" actId="478"/>
        <pc:sldMkLst>
          <pc:docMk/>
          <pc:sldMk cId="1303006737" sldId="2147483084"/>
        </pc:sldMkLst>
        <pc:spChg chg="mod">
          <ac:chgData name="Salman Talat" userId="ca7c2171-f5c0-4b38-a6ba-57252b0829e1" providerId="ADAL" clId="{8A9F8B0D-7BDB-4E79-A496-2BFB5497BC11}" dt="2026-05-30T20:41:51.721" v="84" actId="20577"/>
          <ac:spMkLst>
            <pc:docMk/>
            <pc:sldMk cId="1303006737" sldId="2147483084"/>
            <ac:spMk id="4" creationId="{F25F6A1F-8AB1-0392-5BEC-90335B663147}"/>
          </ac:spMkLst>
        </pc:spChg>
        <pc:spChg chg="mod">
          <ac:chgData name="Salman Talat" userId="ca7c2171-f5c0-4b38-a6ba-57252b0829e1" providerId="ADAL" clId="{8A9F8B0D-7BDB-4E79-A496-2BFB5497BC11}" dt="2026-05-30T20:42:00.385" v="93" actId="20577"/>
          <ac:spMkLst>
            <pc:docMk/>
            <pc:sldMk cId="1303006737" sldId="2147483084"/>
            <ac:spMk id="6" creationId="{E42C980E-D10F-06F0-FB93-BF05D1FEE892}"/>
          </ac:spMkLst>
        </pc:spChg>
        <pc:picChg chg="add">
          <ac:chgData name="Salman Talat" userId="ca7c2171-f5c0-4b38-a6ba-57252b0829e1" providerId="ADAL" clId="{8A9F8B0D-7BDB-4E79-A496-2BFB5497BC11}" dt="2026-05-30T20:42:18.386" v="94"/>
          <ac:picMkLst>
            <pc:docMk/>
            <pc:sldMk cId="1303006737" sldId="2147483084"/>
            <ac:picMk id="1026" creationId="{C9E4366F-74DD-DE1A-C824-3B03F2624691}"/>
          </ac:picMkLst>
        </pc:picChg>
        <pc:picChg chg="add">
          <ac:chgData name="Salman Talat" userId="ca7c2171-f5c0-4b38-a6ba-57252b0829e1" providerId="ADAL" clId="{8A9F8B0D-7BDB-4E79-A496-2BFB5497BC11}" dt="2026-05-30T20:42:28.772" v="95"/>
          <ac:picMkLst>
            <pc:docMk/>
            <pc:sldMk cId="1303006737" sldId="2147483084"/>
            <ac:picMk id="1028" creationId="{5E4AF163-2060-6972-3E86-F65DF2DE2EE1}"/>
          </ac:picMkLst>
        </pc:picChg>
        <pc:picChg chg="add">
          <ac:chgData name="Salman Talat" userId="ca7c2171-f5c0-4b38-a6ba-57252b0829e1" providerId="ADAL" clId="{8A9F8B0D-7BDB-4E79-A496-2BFB5497BC11}" dt="2026-05-30T20:42:35.939" v="96"/>
          <ac:picMkLst>
            <pc:docMk/>
            <pc:sldMk cId="1303006737" sldId="2147483084"/>
            <ac:picMk id="1030" creationId="{767C2B9B-41B4-4613-8E62-C9143D9E1D2C}"/>
          </ac:picMkLst>
        </pc:picChg>
        <pc:picChg chg="del">
          <ac:chgData name="Salman Talat" userId="ca7c2171-f5c0-4b38-a6ba-57252b0829e1" providerId="ADAL" clId="{8A9F8B0D-7BDB-4E79-A496-2BFB5497BC11}" dt="2026-05-30T20:43:35.937" v="97" actId="478"/>
          <ac:picMkLst>
            <pc:docMk/>
            <pc:sldMk cId="1303006737" sldId="2147483084"/>
            <ac:picMk id="2052" creationId="{3F662DFA-1730-6951-588F-79AC9C888730}"/>
          </ac:picMkLst>
        </pc:picChg>
      </pc:sldChg>
      <pc:sldChg chg="addSp delSp modSp add del mod modTransition setBg">
        <pc:chgData name="Salman Talat" userId="ca7c2171-f5c0-4b38-a6ba-57252b0829e1" providerId="ADAL" clId="{8A9F8B0D-7BDB-4E79-A496-2BFB5497BC11}" dt="2026-05-30T22:50:29.949" v="4724" actId="47"/>
        <pc:sldMkLst>
          <pc:docMk/>
          <pc:sldMk cId="0" sldId="2147483085"/>
        </pc:sldMkLst>
        <pc:spChg chg="mod">
          <ac:chgData name="Salman Talat" userId="ca7c2171-f5c0-4b38-a6ba-57252b0829e1" providerId="ADAL" clId="{8A9F8B0D-7BDB-4E79-A496-2BFB5497BC11}" dt="2026-05-30T21:38:35.851" v="2741" actId="113"/>
          <ac:spMkLst>
            <pc:docMk/>
            <pc:sldMk cId="0" sldId="2147483085"/>
            <ac:spMk id="7" creationId="{00000000-0000-0000-0000-000000000000}"/>
          </ac:spMkLst>
        </pc:spChg>
        <pc:spChg chg="mod">
          <ac:chgData name="Salman Talat" userId="ca7c2171-f5c0-4b38-a6ba-57252b0829e1" providerId="ADAL" clId="{8A9F8B0D-7BDB-4E79-A496-2BFB5497BC11}" dt="2026-05-30T22:22:03.187" v="4617" actId="1076"/>
          <ac:spMkLst>
            <pc:docMk/>
            <pc:sldMk cId="0" sldId="2147483085"/>
            <ac:spMk id="8" creationId="{00000000-0000-0000-0000-000000000000}"/>
          </ac:spMkLst>
        </pc:spChg>
        <pc:spChg chg="mod">
          <ac:chgData name="Salman Talat" userId="ca7c2171-f5c0-4b38-a6ba-57252b0829e1" providerId="ADAL" clId="{8A9F8B0D-7BDB-4E79-A496-2BFB5497BC11}" dt="2026-05-30T22:22:03.187" v="4617" actId="1076"/>
          <ac:spMkLst>
            <pc:docMk/>
            <pc:sldMk cId="0" sldId="2147483085"/>
            <ac:spMk id="9" creationId="{00000000-0000-0000-0000-000000000000}"/>
          </ac:spMkLst>
        </pc:spChg>
        <pc:spChg chg="mod">
          <ac:chgData name="Salman Talat" userId="ca7c2171-f5c0-4b38-a6ba-57252b0829e1" providerId="ADAL" clId="{8A9F8B0D-7BDB-4E79-A496-2BFB5497BC11}" dt="2026-05-30T22:22:03.187" v="4617" actId="1076"/>
          <ac:spMkLst>
            <pc:docMk/>
            <pc:sldMk cId="0" sldId="2147483085"/>
            <ac:spMk id="10" creationId="{00000000-0000-0000-0000-000000000000}"/>
          </ac:spMkLst>
        </pc:spChg>
        <pc:spChg chg="mod">
          <ac:chgData name="Salman Talat" userId="ca7c2171-f5c0-4b38-a6ba-57252b0829e1" providerId="ADAL" clId="{8A9F8B0D-7BDB-4E79-A496-2BFB5497BC11}" dt="2026-05-30T22:22:03.187" v="4617" actId="1076"/>
          <ac:spMkLst>
            <pc:docMk/>
            <pc:sldMk cId="0" sldId="2147483085"/>
            <ac:spMk id="11" creationId="{00000000-0000-0000-0000-000000000000}"/>
          </ac:spMkLst>
        </pc:spChg>
        <pc:spChg chg="mod">
          <ac:chgData name="Salman Talat" userId="ca7c2171-f5c0-4b38-a6ba-57252b0829e1" providerId="ADAL" clId="{8A9F8B0D-7BDB-4E79-A496-2BFB5497BC11}" dt="2026-05-30T22:24:23.963" v="4707" actId="20577"/>
          <ac:spMkLst>
            <pc:docMk/>
            <pc:sldMk cId="0" sldId="2147483085"/>
            <ac:spMk id="12" creationId="{00000000-0000-0000-0000-000000000000}"/>
          </ac:spMkLst>
        </pc:spChg>
        <pc:spChg chg="mod">
          <ac:chgData name="Salman Talat" userId="ca7c2171-f5c0-4b38-a6ba-57252b0829e1" providerId="ADAL" clId="{8A9F8B0D-7BDB-4E79-A496-2BFB5497BC11}" dt="2026-05-30T22:22:03.187" v="4617" actId="1076"/>
          <ac:spMkLst>
            <pc:docMk/>
            <pc:sldMk cId="0" sldId="2147483085"/>
            <ac:spMk id="13" creationId="{00000000-0000-0000-0000-000000000000}"/>
          </ac:spMkLst>
        </pc:spChg>
        <pc:spChg chg="mod">
          <ac:chgData name="Salman Talat" userId="ca7c2171-f5c0-4b38-a6ba-57252b0829e1" providerId="ADAL" clId="{8A9F8B0D-7BDB-4E79-A496-2BFB5497BC11}" dt="2026-05-30T22:24:35.437" v="4708" actId="207"/>
          <ac:spMkLst>
            <pc:docMk/>
            <pc:sldMk cId="0" sldId="2147483085"/>
            <ac:spMk id="14" creationId="{00000000-0000-0000-0000-000000000000}"/>
          </ac:spMkLst>
        </pc:spChg>
        <pc:spChg chg="mod">
          <ac:chgData name="Salman Talat" userId="ca7c2171-f5c0-4b38-a6ba-57252b0829e1" providerId="ADAL" clId="{8A9F8B0D-7BDB-4E79-A496-2BFB5497BC11}" dt="2026-05-30T22:22:32.593" v="4621" actId="1037"/>
          <ac:spMkLst>
            <pc:docMk/>
            <pc:sldMk cId="0" sldId="2147483085"/>
            <ac:spMk id="15" creationId="{00000000-0000-0000-0000-000000000000}"/>
          </ac:spMkLst>
        </pc:spChg>
        <pc:spChg chg="del">
          <ac:chgData name="Salman Talat" userId="ca7c2171-f5c0-4b38-a6ba-57252b0829e1" providerId="ADAL" clId="{8A9F8B0D-7BDB-4E79-A496-2BFB5497BC11}" dt="2026-05-30T20:49:38.982" v="165" actId="478"/>
          <ac:spMkLst>
            <pc:docMk/>
            <pc:sldMk cId="0" sldId="2147483085"/>
            <ac:spMk id="16" creationId="{00000000-0000-0000-0000-000000000000}"/>
          </ac:spMkLst>
        </pc:spChg>
        <pc:spChg chg="del">
          <ac:chgData name="Salman Talat" userId="ca7c2171-f5c0-4b38-a6ba-57252b0829e1" providerId="ADAL" clId="{8A9F8B0D-7BDB-4E79-A496-2BFB5497BC11}" dt="2026-05-30T20:49:38.982" v="165" actId="478"/>
          <ac:spMkLst>
            <pc:docMk/>
            <pc:sldMk cId="0" sldId="2147483085"/>
            <ac:spMk id="17" creationId="{00000000-0000-0000-0000-000000000000}"/>
          </ac:spMkLst>
        </pc:spChg>
        <pc:spChg chg="del">
          <ac:chgData name="Salman Talat" userId="ca7c2171-f5c0-4b38-a6ba-57252b0829e1" providerId="ADAL" clId="{8A9F8B0D-7BDB-4E79-A496-2BFB5497BC11}" dt="2026-05-30T20:49:38.982" v="165" actId="478"/>
          <ac:spMkLst>
            <pc:docMk/>
            <pc:sldMk cId="0" sldId="2147483085"/>
            <ac:spMk id="18" creationId="{00000000-0000-0000-0000-000000000000}"/>
          </ac:spMkLst>
        </pc:spChg>
        <pc:spChg chg="del">
          <ac:chgData name="Salman Talat" userId="ca7c2171-f5c0-4b38-a6ba-57252b0829e1" providerId="ADAL" clId="{8A9F8B0D-7BDB-4E79-A496-2BFB5497BC11}" dt="2026-05-30T20:49:38.982" v="165" actId="478"/>
          <ac:spMkLst>
            <pc:docMk/>
            <pc:sldMk cId="0" sldId="2147483085"/>
            <ac:spMk id="19" creationId="{00000000-0000-0000-0000-000000000000}"/>
          </ac:spMkLst>
        </pc:spChg>
        <pc:spChg chg="mod">
          <ac:chgData name="Salman Talat" userId="ca7c2171-f5c0-4b38-a6ba-57252b0829e1" providerId="ADAL" clId="{8A9F8B0D-7BDB-4E79-A496-2BFB5497BC11}" dt="2026-05-30T22:22:11.572" v="4618" actId="1076"/>
          <ac:spMkLst>
            <pc:docMk/>
            <pc:sldMk cId="0" sldId="2147483085"/>
            <ac:spMk id="20" creationId="{00000000-0000-0000-0000-000000000000}"/>
          </ac:spMkLst>
        </pc:spChg>
        <pc:spChg chg="del">
          <ac:chgData name="Salman Talat" userId="ca7c2171-f5c0-4b38-a6ba-57252b0829e1" providerId="ADAL" clId="{8A9F8B0D-7BDB-4E79-A496-2BFB5497BC11}" dt="2026-05-30T20:49:01.586" v="160" actId="478"/>
          <ac:spMkLst>
            <pc:docMk/>
            <pc:sldMk cId="0" sldId="2147483085"/>
            <ac:spMk id="21" creationId="{00000000-0000-0000-0000-000000000000}"/>
          </ac:spMkLst>
        </pc:spChg>
        <pc:spChg chg="del">
          <ac:chgData name="Salman Talat" userId="ca7c2171-f5c0-4b38-a6ba-57252b0829e1" providerId="ADAL" clId="{8A9F8B0D-7BDB-4E79-A496-2BFB5497BC11}" dt="2026-05-30T20:48:58.654" v="159" actId="478"/>
          <ac:spMkLst>
            <pc:docMk/>
            <pc:sldMk cId="0" sldId="2147483085"/>
            <ac:spMk id="22" creationId="{00000000-0000-0000-0000-000000000000}"/>
          </ac:spMkLst>
        </pc:spChg>
        <pc:spChg chg="mod">
          <ac:chgData name="Salman Talat" userId="ca7c2171-f5c0-4b38-a6ba-57252b0829e1" providerId="ADAL" clId="{8A9F8B0D-7BDB-4E79-A496-2BFB5497BC11}" dt="2026-05-30T22:22:11.572" v="4618" actId="1076"/>
          <ac:spMkLst>
            <pc:docMk/>
            <pc:sldMk cId="0" sldId="2147483085"/>
            <ac:spMk id="23" creationId="{00000000-0000-0000-0000-000000000000}"/>
          </ac:spMkLst>
        </pc:spChg>
        <pc:spChg chg="add del mod">
          <ac:chgData name="Salman Talat" userId="ca7c2171-f5c0-4b38-a6ba-57252b0829e1" providerId="ADAL" clId="{8A9F8B0D-7BDB-4E79-A496-2BFB5497BC11}" dt="2026-05-30T22:22:11.572" v="4618" actId="1076"/>
          <ac:spMkLst>
            <pc:docMk/>
            <pc:sldMk cId="0" sldId="2147483085"/>
            <ac:spMk id="24" creationId="{00000000-0000-0000-0000-000000000000}"/>
          </ac:spMkLst>
        </pc:spChg>
        <pc:spChg chg="add del mod">
          <ac:chgData name="Salman Talat" userId="ca7c2171-f5c0-4b38-a6ba-57252b0829e1" providerId="ADAL" clId="{8A9F8B0D-7BDB-4E79-A496-2BFB5497BC11}" dt="2026-05-30T22:22:11.572" v="4618" actId="1076"/>
          <ac:spMkLst>
            <pc:docMk/>
            <pc:sldMk cId="0" sldId="2147483085"/>
            <ac:spMk id="25" creationId="{00000000-0000-0000-0000-000000000000}"/>
          </ac:spMkLst>
        </pc:spChg>
        <pc:spChg chg="mod">
          <ac:chgData name="Salman Talat" userId="ca7c2171-f5c0-4b38-a6ba-57252b0829e1" providerId="ADAL" clId="{8A9F8B0D-7BDB-4E79-A496-2BFB5497BC11}" dt="2026-05-30T20:48:22.481" v="155" actId="14100"/>
          <ac:spMkLst>
            <pc:docMk/>
            <pc:sldMk cId="0" sldId="2147483085"/>
            <ac:spMk id="26" creationId="{00000000-0000-0000-0000-000000000000}"/>
          </ac:spMkLst>
        </pc:spChg>
        <pc:spChg chg="mod">
          <ac:chgData name="Salman Talat" userId="ca7c2171-f5c0-4b38-a6ba-57252b0829e1" providerId="ADAL" clId="{8A9F8B0D-7BDB-4E79-A496-2BFB5497BC11}" dt="2026-05-30T20:48:09.158" v="153" actId="207"/>
          <ac:spMkLst>
            <pc:docMk/>
            <pc:sldMk cId="0" sldId="2147483085"/>
            <ac:spMk id="27"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28"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29"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36"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39"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41"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42"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47"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48"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50" creationId="{00000000-0000-0000-0000-000000000000}"/>
          </ac:spMkLst>
        </pc:spChg>
        <pc:spChg chg="del">
          <ac:chgData name="Salman Talat" userId="ca7c2171-f5c0-4b38-a6ba-57252b0829e1" providerId="ADAL" clId="{8A9F8B0D-7BDB-4E79-A496-2BFB5497BC11}" dt="2026-05-30T20:59:29.892" v="779" actId="478"/>
          <ac:spMkLst>
            <pc:docMk/>
            <pc:sldMk cId="0" sldId="2147483085"/>
            <ac:spMk id="52" creationId="{00000000-0000-0000-0000-000000000000}"/>
          </ac:spMkLst>
        </pc:spChg>
        <pc:spChg chg="del">
          <ac:chgData name="Salman Talat" userId="ca7c2171-f5c0-4b38-a6ba-57252b0829e1" providerId="ADAL" clId="{8A9F8B0D-7BDB-4E79-A496-2BFB5497BC11}" dt="2026-05-30T20:59:33.634" v="780" actId="478"/>
          <ac:spMkLst>
            <pc:docMk/>
            <pc:sldMk cId="0" sldId="2147483085"/>
            <ac:spMk id="56" creationId="{00000000-0000-0000-0000-000000000000}"/>
          </ac:spMkLst>
        </pc:spChg>
        <pc:spChg chg="add mod">
          <ac:chgData name="Salman Talat" userId="ca7c2171-f5c0-4b38-a6ba-57252b0829e1" providerId="ADAL" clId="{8A9F8B0D-7BDB-4E79-A496-2BFB5497BC11}" dt="2026-05-30T20:58:04.012" v="761" actId="14100"/>
          <ac:spMkLst>
            <pc:docMk/>
            <pc:sldMk cId="0" sldId="2147483085"/>
            <ac:spMk id="60" creationId="{6D8760B7-809F-E699-F28F-9A5347B66654}"/>
          </ac:spMkLst>
        </pc:spChg>
        <pc:spChg chg="add mod">
          <ac:chgData name="Salman Talat" userId="ca7c2171-f5c0-4b38-a6ba-57252b0829e1" providerId="ADAL" clId="{8A9F8B0D-7BDB-4E79-A496-2BFB5497BC11}" dt="2026-05-30T21:32:51.862" v="2628" actId="20577"/>
          <ac:spMkLst>
            <pc:docMk/>
            <pc:sldMk cId="0" sldId="2147483085"/>
            <ac:spMk id="61" creationId="{28D90D8C-A707-6F80-3164-B9D1B5767ABD}"/>
          </ac:spMkLst>
        </pc:spChg>
        <pc:spChg chg="add mod">
          <ac:chgData name="Salman Talat" userId="ca7c2171-f5c0-4b38-a6ba-57252b0829e1" providerId="ADAL" clId="{8A9F8B0D-7BDB-4E79-A496-2BFB5497BC11}" dt="2026-05-30T21:16:26.090" v="1461" actId="14100"/>
          <ac:spMkLst>
            <pc:docMk/>
            <pc:sldMk cId="0" sldId="2147483085"/>
            <ac:spMk id="62" creationId="{296AC440-2003-301A-C036-74107C903BE9}"/>
          </ac:spMkLst>
        </pc:spChg>
        <pc:spChg chg="add mod">
          <ac:chgData name="Salman Talat" userId="ca7c2171-f5c0-4b38-a6ba-57252b0829e1" providerId="ADAL" clId="{8A9F8B0D-7BDB-4E79-A496-2BFB5497BC11}" dt="2026-05-30T21:16:01.678" v="1423" actId="20577"/>
          <ac:spMkLst>
            <pc:docMk/>
            <pc:sldMk cId="0" sldId="2147483085"/>
            <ac:spMk id="63" creationId="{8046BA2C-65D4-DD67-F5B9-449E4AB7F73F}"/>
          </ac:spMkLst>
        </pc:spChg>
        <pc:spChg chg="add mod">
          <ac:chgData name="Salman Talat" userId="ca7c2171-f5c0-4b38-a6ba-57252b0829e1" providerId="ADAL" clId="{8A9F8B0D-7BDB-4E79-A496-2BFB5497BC11}" dt="2026-05-30T21:09:46.297" v="1093" actId="14100"/>
          <ac:spMkLst>
            <pc:docMk/>
            <pc:sldMk cId="0" sldId="2147483085"/>
            <ac:spMk id="64" creationId="{EBFA472C-D93F-881A-CEA1-2ADFCD31C07B}"/>
          </ac:spMkLst>
        </pc:spChg>
        <pc:spChg chg="add mod">
          <ac:chgData name="Salman Talat" userId="ca7c2171-f5c0-4b38-a6ba-57252b0829e1" providerId="ADAL" clId="{8A9F8B0D-7BDB-4E79-A496-2BFB5497BC11}" dt="2026-05-30T21:59:52.557" v="3687" actId="1076"/>
          <ac:spMkLst>
            <pc:docMk/>
            <pc:sldMk cId="0" sldId="2147483085"/>
            <ac:spMk id="65" creationId="{360C16BE-4611-D429-D330-CD91ACE7AAF1}"/>
          </ac:spMkLst>
        </pc:spChg>
        <pc:spChg chg="add mod">
          <ac:chgData name="Salman Talat" userId="ca7c2171-f5c0-4b38-a6ba-57252b0829e1" providerId="ADAL" clId="{8A9F8B0D-7BDB-4E79-A496-2BFB5497BC11}" dt="2026-05-30T21:11:21.380" v="1151" actId="14100"/>
          <ac:spMkLst>
            <pc:docMk/>
            <pc:sldMk cId="0" sldId="2147483085"/>
            <ac:spMk id="66" creationId="{4F0519BE-A885-91E4-C70F-6D316AAD8A51}"/>
          </ac:spMkLst>
        </pc:spChg>
        <pc:spChg chg="add mod">
          <ac:chgData name="Salman Talat" userId="ca7c2171-f5c0-4b38-a6ba-57252b0829e1" providerId="ADAL" clId="{8A9F8B0D-7BDB-4E79-A496-2BFB5497BC11}" dt="2026-05-30T21:26:56.618" v="2261" actId="114"/>
          <ac:spMkLst>
            <pc:docMk/>
            <pc:sldMk cId="0" sldId="2147483085"/>
            <ac:spMk id="67" creationId="{8A5F2A56-0772-D5B6-C3B2-B3940C353090}"/>
          </ac:spMkLst>
        </pc:spChg>
        <pc:spChg chg="add mod">
          <ac:chgData name="Salman Talat" userId="ca7c2171-f5c0-4b38-a6ba-57252b0829e1" providerId="ADAL" clId="{8A9F8B0D-7BDB-4E79-A496-2BFB5497BC11}" dt="2026-05-30T21:10:51.937" v="1146" actId="14100"/>
          <ac:spMkLst>
            <pc:docMk/>
            <pc:sldMk cId="0" sldId="2147483085"/>
            <ac:spMk id="68" creationId="{A50B71A4-86FC-DF7A-8CB3-BDA607F8A28C}"/>
          </ac:spMkLst>
        </pc:spChg>
        <pc:spChg chg="add mod">
          <ac:chgData name="Salman Talat" userId="ca7c2171-f5c0-4b38-a6ba-57252b0829e1" providerId="ADAL" clId="{8A9F8B0D-7BDB-4E79-A496-2BFB5497BC11}" dt="2026-05-30T21:10:53.651" v="1150" actId="20577"/>
          <ac:spMkLst>
            <pc:docMk/>
            <pc:sldMk cId="0" sldId="2147483085"/>
            <ac:spMk id="69" creationId="{5DC2EA60-8A48-8B9B-642B-0D0E3FD7C1BF}"/>
          </ac:spMkLst>
        </pc:spChg>
        <pc:spChg chg="add mod">
          <ac:chgData name="Salman Talat" userId="ca7c2171-f5c0-4b38-a6ba-57252b0829e1" providerId="ADAL" clId="{8A9F8B0D-7BDB-4E79-A496-2BFB5497BC11}" dt="2026-05-30T21:19:30.912" v="1663" actId="20577"/>
          <ac:spMkLst>
            <pc:docMk/>
            <pc:sldMk cId="0" sldId="2147483085"/>
            <ac:spMk id="70" creationId="{C26C2787-B374-2DAC-140F-FA2006FB64BD}"/>
          </ac:spMkLst>
        </pc:spChg>
        <pc:spChg chg="add del mod">
          <ac:chgData name="Salman Talat" userId="ca7c2171-f5c0-4b38-a6ba-57252b0829e1" providerId="ADAL" clId="{8A9F8B0D-7BDB-4E79-A496-2BFB5497BC11}" dt="2026-05-30T21:15:34.239" v="1403" actId="478"/>
          <ac:spMkLst>
            <pc:docMk/>
            <pc:sldMk cId="0" sldId="2147483085"/>
            <ac:spMk id="71" creationId="{2D731AE3-BEE2-F22E-6120-F1244BB388B4}"/>
          </ac:spMkLst>
        </pc:spChg>
        <pc:spChg chg="add del mod">
          <ac:chgData name="Salman Talat" userId="ca7c2171-f5c0-4b38-a6ba-57252b0829e1" providerId="ADAL" clId="{8A9F8B0D-7BDB-4E79-A496-2BFB5497BC11}" dt="2026-05-30T21:15:34.239" v="1403" actId="478"/>
          <ac:spMkLst>
            <pc:docMk/>
            <pc:sldMk cId="0" sldId="2147483085"/>
            <ac:spMk id="72" creationId="{B7013046-07F0-6A6D-BF70-8F3D4D53AA40}"/>
          </ac:spMkLst>
        </pc:spChg>
        <pc:spChg chg="add mod">
          <ac:chgData name="Salman Talat" userId="ca7c2171-f5c0-4b38-a6ba-57252b0829e1" providerId="ADAL" clId="{8A9F8B0D-7BDB-4E79-A496-2BFB5497BC11}" dt="2026-05-30T21:15:39.409" v="1404"/>
          <ac:spMkLst>
            <pc:docMk/>
            <pc:sldMk cId="0" sldId="2147483085"/>
            <ac:spMk id="73" creationId="{D0FB9D78-2662-C5FB-B0F3-77E0D3A112E6}"/>
          </ac:spMkLst>
        </pc:spChg>
        <pc:spChg chg="add mod">
          <ac:chgData name="Salman Talat" userId="ca7c2171-f5c0-4b38-a6ba-57252b0829e1" providerId="ADAL" clId="{8A9F8B0D-7BDB-4E79-A496-2BFB5497BC11}" dt="2026-05-30T21:15:39.409" v="1404"/>
          <ac:spMkLst>
            <pc:docMk/>
            <pc:sldMk cId="0" sldId="2147483085"/>
            <ac:spMk id="74" creationId="{B2D0DB2E-6060-237C-0DF5-F65D2A874AE4}"/>
          </ac:spMkLst>
        </pc:spChg>
        <pc:spChg chg="add mod">
          <ac:chgData name="Salman Talat" userId="ca7c2171-f5c0-4b38-a6ba-57252b0829e1" providerId="ADAL" clId="{8A9F8B0D-7BDB-4E79-A496-2BFB5497BC11}" dt="2026-05-30T21:15:55.334" v="1406" actId="1076"/>
          <ac:spMkLst>
            <pc:docMk/>
            <pc:sldMk cId="0" sldId="2147483085"/>
            <ac:spMk id="75" creationId="{51FE27B7-7871-286E-37A3-F829E7B751F8}"/>
          </ac:spMkLst>
        </pc:spChg>
        <pc:spChg chg="add mod">
          <ac:chgData name="Salman Talat" userId="ca7c2171-f5c0-4b38-a6ba-57252b0829e1" providerId="ADAL" clId="{8A9F8B0D-7BDB-4E79-A496-2BFB5497BC11}" dt="2026-05-30T21:15:55.334" v="1406" actId="1076"/>
          <ac:spMkLst>
            <pc:docMk/>
            <pc:sldMk cId="0" sldId="2147483085"/>
            <ac:spMk id="76" creationId="{FBFCBA51-672E-38AF-AFFA-7DB996BAAD11}"/>
          </ac:spMkLst>
        </pc:spChg>
        <pc:spChg chg="add mod">
          <ac:chgData name="Salman Talat" userId="ca7c2171-f5c0-4b38-a6ba-57252b0829e1" providerId="ADAL" clId="{8A9F8B0D-7BDB-4E79-A496-2BFB5497BC11}" dt="2026-05-30T21:47:34.270" v="3218"/>
          <ac:spMkLst>
            <pc:docMk/>
            <pc:sldMk cId="0" sldId="2147483085"/>
            <ac:spMk id="77" creationId="{B525D0D5-7268-9C0C-779A-AE78C57F1A32}"/>
          </ac:spMkLst>
        </pc:spChg>
        <pc:spChg chg="add mod">
          <ac:chgData name="Salman Talat" userId="ca7c2171-f5c0-4b38-a6ba-57252b0829e1" providerId="ADAL" clId="{8A9F8B0D-7BDB-4E79-A496-2BFB5497BC11}" dt="2026-05-30T21:17:13.151" v="1488" actId="1076"/>
          <ac:spMkLst>
            <pc:docMk/>
            <pc:sldMk cId="0" sldId="2147483085"/>
            <ac:spMk id="78" creationId="{25F3B400-5778-69A8-B2FB-2917C0D3DE97}"/>
          </ac:spMkLst>
        </pc:spChg>
        <pc:spChg chg="add mod">
          <ac:chgData name="Salman Talat" userId="ca7c2171-f5c0-4b38-a6ba-57252b0829e1" providerId="ADAL" clId="{8A9F8B0D-7BDB-4E79-A496-2BFB5497BC11}" dt="2026-05-30T22:05:04.516" v="3951" actId="20577"/>
          <ac:spMkLst>
            <pc:docMk/>
            <pc:sldMk cId="0" sldId="2147483085"/>
            <ac:spMk id="79" creationId="{B1BF4991-C669-C728-B3C8-7121DAF8D007}"/>
          </ac:spMkLst>
        </pc:spChg>
        <pc:spChg chg="add mod">
          <ac:chgData name="Salman Talat" userId="ca7c2171-f5c0-4b38-a6ba-57252b0829e1" providerId="ADAL" clId="{8A9F8B0D-7BDB-4E79-A496-2BFB5497BC11}" dt="2026-05-30T22:26:23.327" v="4713" actId="20577"/>
          <ac:spMkLst>
            <pc:docMk/>
            <pc:sldMk cId="0" sldId="2147483085"/>
            <ac:spMk id="80" creationId="{85E67C13-C73F-DF3E-7D94-02286EB0DCA1}"/>
          </ac:spMkLst>
        </pc:spChg>
        <pc:spChg chg="add mod">
          <ac:chgData name="Salman Talat" userId="ca7c2171-f5c0-4b38-a6ba-57252b0829e1" providerId="ADAL" clId="{8A9F8B0D-7BDB-4E79-A496-2BFB5497BC11}" dt="2026-05-30T21:32:36.751" v="2624" actId="114"/>
          <ac:spMkLst>
            <pc:docMk/>
            <pc:sldMk cId="0" sldId="2147483085"/>
            <ac:spMk id="81" creationId="{B2345A36-CE81-F7C3-1496-DDE0A92FD529}"/>
          </ac:spMkLst>
        </pc:spChg>
        <pc:spChg chg="add mod">
          <ac:chgData name="Salman Talat" userId="ca7c2171-f5c0-4b38-a6ba-57252b0829e1" providerId="ADAL" clId="{8A9F8B0D-7BDB-4E79-A496-2BFB5497BC11}" dt="2026-05-30T22:00:09.708" v="3701" actId="1036"/>
          <ac:spMkLst>
            <pc:docMk/>
            <pc:sldMk cId="0" sldId="2147483085"/>
            <ac:spMk id="83" creationId="{F494ACAD-C3BF-667C-31D0-8917ECFE5CE5}"/>
          </ac:spMkLst>
        </pc:spChg>
        <pc:spChg chg="add mod">
          <ac:chgData name="Salman Talat" userId="ca7c2171-f5c0-4b38-a6ba-57252b0829e1" providerId="ADAL" clId="{8A9F8B0D-7BDB-4E79-A496-2BFB5497BC11}" dt="2026-05-30T22:00:29.579" v="3718" actId="20577"/>
          <ac:spMkLst>
            <pc:docMk/>
            <pc:sldMk cId="0" sldId="2147483085"/>
            <ac:spMk id="84" creationId="{6D62E563-F4F2-6CF3-FCE6-95DFCCF82207}"/>
          </ac:spMkLst>
        </pc:spChg>
        <pc:spChg chg="add mod">
          <ac:chgData name="Salman Talat" userId="ca7c2171-f5c0-4b38-a6ba-57252b0829e1" providerId="ADAL" clId="{8A9F8B0D-7BDB-4E79-A496-2BFB5497BC11}" dt="2026-05-30T22:03:50.099" v="3809" actId="1076"/>
          <ac:spMkLst>
            <pc:docMk/>
            <pc:sldMk cId="0" sldId="2147483085"/>
            <ac:spMk id="87" creationId="{09F3F7B4-6962-305C-BB92-5257E3DE4A2A}"/>
          </ac:spMkLst>
        </pc:spChg>
        <pc:spChg chg="add mod">
          <ac:chgData name="Salman Talat" userId="ca7c2171-f5c0-4b38-a6ba-57252b0829e1" providerId="ADAL" clId="{8A9F8B0D-7BDB-4E79-A496-2BFB5497BC11}" dt="2026-05-30T22:03:56.711" v="3810" actId="1076"/>
          <ac:spMkLst>
            <pc:docMk/>
            <pc:sldMk cId="0" sldId="2147483085"/>
            <ac:spMk id="88" creationId="{BCC56CAA-1C91-1DEC-FBF0-392F8FA9B851}"/>
          </ac:spMkLst>
        </pc:spChg>
        <pc:spChg chg="add mod">
          <ac:chgData name="Salman Talat" userId="ca7c2171-f5c0-4b38-a6ba-57252b0829e1" providerId="ADAL" clId="{8A9F8B0D-7BDB-4E79-A496-2BFB5497BC11}" dt="2026-05-30T22:25:51.378" v="4710" actId="115"/>
          <ac:spMkLst>
            <pc:docMk/>
            <pc:sldMk cId="0" sldId="2147483085"/>
            <ac:spMk id="89" creationId="{6A65F2FF-89D8-5E27-4387-B338C4D886C8}"/>
          </ac:spMkLst>
        </pc:spChg>
        <pc:spChg chg="add mod">
          <ac:chgData name="Salman Talat" userId="ca7c2171-f5c0-4b38-a6ba-57252b0829e1" providerId="ADAL" clId="{8A9F8B0D-7BDB-4E79-A496-2BFB5497BC11}" dt="2026-05-30T22:14:41.923" v="4395" actId="20577"/>
          <ac:spMkLst>
            <pc:docMk/>
            <pc:sldMk cId="0" sldId="2147483085"/>
            <ac:spMk id="90" creationId="{4942713A-E5D8-D07D-E51B-06A52BD7980A}"/>
          </ac:spMkLst>
        </pc:spChg>
        <pc:spChg chg="add mod">
          <ac:chgData name="Salman Talat" userId="ca7c2171-f5c0-4b38-a6ba-57252b0829e1" providerId="ADAL" clId="{8A9F8B0D-7BDB-4E79-A496-2BFB5497BC11}" dt="2026-05-30T22:26:46.315" v="4722" actId="20577"/>
          <ac:spMkLst>
            <pc:docMk/>
            <pc:sldMk cId="0" sldId="2147483085"/>
            <ac:spMk id="91" creationId="{C0522388-5225-155E-22FF-8B2E7FDC0191}"/>
          </ac:spMkLst>
        </pc:spChg>
        <pc:graphicFrameChg chg="add mod modGraphic">
          <ac:chgData name="Salman Talat" userId="ca7c2171-f5c0-4b38-a6ba-57252b0829e1" providerId="ADAL" clId="{8A9F8B0D-7BDB-4E79-A496-2BFB5497BC11}" dt="2026-05-30T22:12:16.153" v="4227" actId="20577"/>
          <ac:graphicFrameMkLst>
            <pc:docMk/>
            <pc:sldMk cId="0" sldId="2147483085"/>
            <ac:graphicFrameMk id="82" creationId="{8294747D-B4EA-EE9A-A2E8-210833E20C22}"/>
          </ac:graphicFrameMkLst>
        </pc:graphicFrameChg>
        <pc:picChg chg="add mod modCrop">
          <ac:chgData name="Salman Talat" userId="ca7c2171-f5c0-4b38-a6ba-57252b0829e1" providerId="ADAL" clId="{8A9F8B0D-7BDB-4E79-A496-2BFB5497BC11}" dt="2026-05-30T22:03:45.162" v="3808" actId="1037"/>
          <ac:picMkLst>
            <pc:docMk/>
            <pc:sldMk cId="0" sldId="2147483085"/>
            <ac:picMk id="86" creationId="{EC81B43C-AC9E-87B2-E658-C916D0F728FA}"/>
          </ac:picMkLst>
        </pc:picChg>
      </pc:sldChg>
      <pc:sldChg chg="add del mod modShow">
        <pc:chgData name="Salman Talat" userId="ca7c2171-f5c0-4b38-a6ba-57252b0829e1" providerId="ADAL" clId="{8A9F8B0D-7BDB-4E79-A496-2BFB5497BC11}" dt="2026-05-31T19:02:45.602" v="14273" actId="47"/>
        <pc:sldMkLst>
          <pc:docMk/>
          <pc:sldMk cId="893333716" sldId="2147483085"/>
        </pc:sldMkLst>
      </pc:sldChg>
      <pc:sldChg chg="addSp delSp modSp add del mod">
        <pc:chgData name="Salman Talat" userId="ca7c2171-f5c0-4b38-a6ba-57252b0829e1" providerId="ADAL" clId="{8A9F8B0D-7BDB-4E79-A496-2BFB5497BC11}" dt="2026-05-31T14:34:46.921" v="9834" actId="47"/>
        <pc:sldMkLst>
          <pc:docMk/>
          <pc:sldMk cId="496017862" sldId="2147483086"/>
        </pc:sldMkLst>
        <pc:spChg chg="mod">
          <ac:chgData name="Salman Talat" userId="ca7c2171-f5c0-4b38-a6ba-57252b0829e1" providerId="ADAL" clId="{8A9F8B0D-7BDB-4E79-A496-2BFB5497BC11}" dt="2026-05-31T13:28:38.452" v="4960" actId="1076"/>
          <ac:spMkLst>
            <pc:docMk/>
            <pc:sldMk cId="496017862" sldId="2147483086"/>
            <ac:spMk id="2" creationId="{BCFD60BD-491B-458B-AB65-0CA459944B17}"/>
          </ac:spMkLst>
        </pc:spChg>
        <pc:spChg chg="add mod">
          <ac:chgData name="Salman Talat" userId="ca7c2171-f5c0-4b38-a6ba-57252b0829e1" providerId="ADAL" clId="{8A9F8B0D-7BDB-4E79-A496-2BFB5497BC11}" dt="2026-05-31T13:28:26.522" v="4958"/>
          <ac:spMkLst>
            <pc:docMk/>
            <pc:sldMk cId="496017862" sldId="2147483086"/>
            <ac:spMk id="3" creationId="{9F8E3483-7277-7FEA-8F8A-79C6186E1447}"/>
          </ac:spMkLst>
        </pc:spChg>
        <pc:spChg chg="del">
          <ac:chgData name="Salman Talat" userId="ca7c2171-f5c0-4b38-a6ba-57252b0829e1" providerId="ADAL" clId="{8A9F8B0D-7BDB-4E79-A496-2BFB5497BC11}" dt="2026-05-31T13:28:33.821" v="4959" actId="478"/>
          <ac:spMkLst>
            <pc:docMk/>
            <pc:sldMk cId="496017862" sldId="2147483086"/>
            <ac:spMk id="5" creationId="{B3629AB8-70ED-090D-4A3E-A24CED34E279}"/>
          </ac:spMkLst>
        </pc:spChg>
      </pc:sldChg>
      <pc:sldChg chg="add del">
        <pc:chgData name="Salman Talat" userId="ca7c2171-f5c0-4b38-a6ba-57252b0829e1" providerId="ADAL" clId="{8A9F8B0D-7BDB-4E79-A496-2BFB5497BC11}" dt="2026-05-31T14:16:47.488" v="9015" actId="47"/>
        <pc:sldMkLst>
          <pc:docMk/>
          <pc:sldMk cId="4293593940" sldId="2147483087"/>
        </pc:sldMkLst>
      </pc:sldChg>
      <pc:sldChg chg="delSp new del mod ord">
        <pc:chgData name="Salman Talat" userId="ca7c2171-f5c0-4b38-a6ba-57252b0829e1" providerId="ADAL" clId="{8A9F8B0D-7BDB-4E79-A496-2BFB5497BC11}" dt="2026-05-31T13:29:11.867" v="4965" actId="47"/>
        <pc:sldMkLst>
          <pc:docMk/>
          <pc:sldMk cId="1571563296" sldId="2147483088"/>
        </pc:sldMkLst>
        <pc:spChg chg="del">
          <ac:chgData name="Salman Talat" userId="ca7c2171-f5c0-4b38-a6ba-57252b0829e1" providerId="ADAL" clId="{8A9F8B0D-7BDB-4E79-A496-2BFB5497BC11}" dt="2026-05-31T13:29:10.044" v="4964" actId="478"/>
          <ac:spMkLst>
            <pc:docMk/>
            <pc:sldMk cId="1571563296" sldId="2147483088"/>
            <ac:spMk id="2" creationId="{19860BFF-B5FD-6B91-99E2-109FC781C18D}"/>
          </ac:spMkLst>
        </pc:spChg>
      </pc:sldChg>
      <pc:sldChg chg="addSp delSp modSp new mod">
        <pc:chgData name="Salman Talat" userId="ca7c2171-f5c0-4b38-a6ba-57252b0829e1" providerId="ADAL" clId="{8A9F8B0D-7BDB-4E79-A496-2BFB5497BC11}" dt="2026-05-31T14:49:13.561" v="10562" actId="20577"/>
        <pc:sldMkLst>
          <pc:docMk/>
          <pc:sldMk cId="3422980975" sldId="2147483088"/>
        </pc:sldMkLst>
        <pc:spChg chg="mod">
          <ac:chgData name="Salman Talat" userId="ca7c2171-f5c0-4b38-a6ba-57252b0829e1" providerId="ADAL" clId="{8A9F8B0D-7BDB-4E79-A496-2BFB5497BC11}" dt="2026-05-31T14:40:46.599" v="10270" actId="1076"/>
          <ac:spMkLst>
            <pc:docMk/>
            <pc:sldMk cId="3422980975" sldId="2147483088"/>
            <ac:spMk id="2" creationId="{77C9D58B-0B40-5299-865F-58EE3D039839}"/>
          </ac:spMkLst>
        </pc:spChg>
        <pc:spChg chg="del">
          <ac:chgData name="Salman Talat" userId="ca7c2171-f5c0-4b38-a6ba-57252b0829e1" providerId="ADAL" clId="{8A9F8B0D-7BDB-4E79-A496-2BFB5497BC11}" dt="2026-05-31T13:29:25.108" v="4967" actId="478"/>
          <ac:spMkLst>
            <pc:docMk/>
            <pc:sldMk cId="3422980975" sldId="2147483088"/>
            <ac:spMk id="3" creationId="{6BA754E9-827B-BDB4-B262-6955AC7CFD4F}"/>
          </ac:spMkLst>
        </pc:spChg>
        <pc:spChg chg="add mod">
          <ac:chgData name="Salman Talat" userId="ca7c2171-f5c0-4b38-a6ba-57252b0829e1" providerId="ADAL" clId="{8A9F8B0D-7BDB-4E79-A496-2BFB5497BC11}" dt="2026-05-31T14:40:54.004" v="10273" actId="1076"/>
          <ac:spMkLst>
            <pc:docMk/>
            <pc:sldMk cId="3422980975" sldId="2147483088"/>
            <ac:spMk id="4" creationId="{D7F47190-9CC6-08CB-CC6E-A0E67C77B55F}"/>
          </ac:spMkLst>
        </pc:spChg>
        <pc:spChg chg="add mod">
          <ac:chgData name="Salman Talat" userId="ca7c2171-f5c0-4b38-a6ba-57252b0829e1" providerId="ADAL" clId="{8A9F8B0D-7BDB-4E79-A496-2BFB5497BC11}" dt="2026-05-31T14:18:30.401" v="9026" actId="20577"/>
          <ac:spMkLst>
            <pc:docMk/>
            <pc:sldMk cId="3422980975" sldId="2147483088"/>
            <ac:spMk id="5" creationId="{4B24B78D-69FF-9525-4946-124FED5F54D7}"/>
          </ac:spMkLst>
        </pc:spChg>
        <pc:spChg chg="add mod">
          <ac:chgData name="Salman Talat" userId="ca7c2171-f5c0-4b38-a6ba-57252b0829e1" providerId="ADAL" clId="{8A9F8B0D-7BDB-4E79-A496-2BFB5497BC11}" dt="2026-05-31T14:12:42.037" v="8954"/>
          <ac:spMkLst>
            <pc:docMk/>
            <pc:sldMk cId="3422980975" sldId="2147483088"/>
            <ac:spMk id="7" creationId="{A60BE9C5-C86F-41FB-5506-8F6B8BF75FEF}"/>
          </ac:spMkLst>
        </pc:spChg>
        <pc:spChg chg="add mod">
          <ac:chgData name="Salman Talat" userId="ca7c2171-f5c0-4b38-a6ba-57252b0829e1" providerId="ADAL" clId="{8A9F8B0D-7BDB-4E79-A496-2BFB5497BC11}" dt="2026-05-31T14:12:42.037" v="8954"/>
          <ac:spMkLst>
            <pc:docMk/>
            <pc:sldMk cId="3422980975" sldId="2147483088"/>
            <ac:spMk id="10" creationId="{68E983C0-95F8-1560-44FC-657788AA920F}"/>
          </ac:spMkLst>
        </pc:spChg>
        <pc:spChg chg="add mod">
          <ac:chgData name="Salman Talat" userId="ca7c2171-f5c0-4b38-a6ba-57252b0829e1" providerId="ADAL" clId="{8A9F8B0D-7BDB-4E79-A496-2BFB5497BC11}" dt="2026-05-31T14:12:42.037" v="8954"/>
          <ac:spMkLst>
            <pc:docMk/>
            <pc:sldMk cId="3422980975" sldId="2147483088"/>
            <ac:spMk id="11" creationId="{EBED6190-2F2C-88B5-68CF-2B62C9B4CF60}"/>
          </ac:spMkLst>
        </pc:spChg>
        <pc:spChg chg="add mod">
          <ac:chgData name="Salman Talat" userId="ca7c2171-f5c0-4b38-a6ba-57252b0829e1" providerId="ADAL" clId="{8A9F8B0D-7BDB-4E79-A496-2BFB5497BC11}" dt="2026-05-31T14:12:42.037" v="8954"/>
          <ac:spMkLst>
            <pc:docMk/>
            <pc:sldMk cId="3422980975" sldId="2147483088"/>
            <ac:spMk id="12" creationId="{8E7BD2E8-695A-27BA-DCBD-938C52C519EA}"/>
          </ac:spMkLst>
        </pc:spChg>
        <pc:spChg chg="add mod">
          <ac:chgData name="Salman Talat" userId="ca7c2171-f5c0-4b38-a6ba-57252b0829e1" providerId="ADAL" clId="{8A9F8B0D-7BDB-4E79-A496-2BFB5497BC11}" dt="2026-05-31T14:12:42.037" v="8954"/>
          <ac:spMkLst>
            <pc:docMk/>
            <pc:sldMk cId="3422980975" sldId="2147483088"/>
            <ac:spMk id="13" creationId="{23A879B9-1F0E-BC63-D7F3-FF47BFC64C97}"/>
          </ac:spMkLst>
        </pc:spChg>
        <pc:spChg chg="add mod">
          <ac:chgData name="Salman Talat" userId="ca7c2171-f5c0-4b38-a6ba-57252b0829e1" providerId="ADAL" clId="{8A9F8B0D-7BDB-4E79-A496-2BFB5497BC11}" dt="2026-05-31T14:12:42.037" v="8954"/>
          <ac:spMkLst>
            <pc:docMk/>
            <pc:sldMk cId="3422980975" sldId="2147483088"/>
            <ac:spMk id="14" creationId="{822C254A-3E39-1702-40C7-3B3B8183F74F}"/>
          </ac:spMkLst>
        </pc:spChg>
        <pc:spChg chg="add mod">
          <ac:chgData name="Salman Talat" userId="ca7c2171-f5c0-4b38-a6ba-57252b0829e1" providerId="ADAL" clId="{8A9F8B0D-7BDB-4E79-A496-2BFB5497BC11}" dt="2026-05-31T14:12:42.037" v="8954"/>
          <ac:spMkLst>
            <pc:docMk/>
            <pc:sldMk cId="3422980975" sldId="2147483088"/>
            <ac:spMk id="15" creationId="{84F73B8C-BB50-361F-315B-A639463C2D34}"/>
          </ac:spMkLst>
        </pc:spChg>
        <pc:spChg chg="add mod">
          <ac:chgData name="Salman Talat" userId="ca7c2171-f5c0-4b38-a6ba-57252b0829e1" providerId="ADAL" clId="{8A9F8B0D-7BDB-4E79-A496-2BFB5497BC11}" dt="2026-05-31T14:12:42.037" v="8954"/>
          <ac:spMkLst>
            <pc:docMk/>
            <pc:sldMk cId="3422980975" sldId="2147483088"/>
            <ac:spMk id="16" creationId="{66A32AD3-1180-37E6-71F9-6BCCF46D5DB2}"/>
          </ac:spMkLst>
        </pc:spChg>
        <pc:spChg chg="add mod">
          <ac:chgData name="Salman Talat" userId="ca7c2171-f5c0-4b38-a6ba-57252b0829e1" providerId="ADAL" clId="{8A9F8B0D-7BDB-4E79-A496-2BFB5497BC11}" dt="2026-05-31T14:12:42.037" v="8954"/>
          <ac:spMkLst>
            <pc:docMk/>
            <pc:sldMk cId="3422980975" sldId="2147483088"/>
            <ac:spMk id="17" creationId="{16EAAC28-70B1-4FD6-C488-063C0E3BEBE9}"/>
          </ac:spMkLst>
        </pc:spChg>
        <pc:spChg chg="add mod">
          <ac:chgData name="Salman Talat" userId="ca7c2171-f5c0-4b38-a6ba-57252b0829e1" providerId="ADAL" clId="{8A9F8B0D-7BDB-4E79-A496-2BFB5497BC11}" dt="2026-05-31T14:12:42.037" v="8954"/>
          <ac:spMkLst>
            <pc:docMk/>
            <pc:sldMk cId="3422980975" sldId="2147483088"/>
            <ac:spMk id="18" creationId="{92ADC6E6-E2E0-A34D-E504-F99C29386D5A}"/>
          </ac:spMkLst>
        </pc:spChg>
        <pc:spChg chg="add mod">
          <ac:chgData name="Salman Talat" userId="ca7c2171-f5c0-4b38-a6ba-57252b0829e1" providerId="ADAL" clId="{8A9F8B0D-7BDB-4E79-A496-2BFB5497BC11}" dt="2026-05-31T14:13:03.997" v="8958" actId="1076"/>
          <ac:spMkLst>
            <pc:docMk/>
            <pc:sldMk cId="3422980975" sldId="2147483088"/>
            <ac:spMk id="19" creationId="{164AD25F-2C3F-437F-C97A-D0472D7C1AAF}"/>
          </ac:spMkLst>
        </pc:spChg>
        <pc:spChg chg="add mod">
          <ac:chgData name="Salman Talat" userId="ca7c2171-f5c0-4b38-a6ba-57252b0829e1" providerId="ADAL" clId="{8A9F8B0D-7BDB-4E79-A496-2BFB5497BC11}" dt="2026-05-31T14:13:03.997" v="8958" actId="1076"/>
          <ac:spMkLst>
            <pc:docMk/>
            <pc:sldMk cId="3422980975" sldId="2147483088"/>
            <ac:spMk id="20" creationId="{8FCAE855-588A-08FF-0339-AC03CBD079E4}"/>
          </ac:spMkLst>
        </pc:spChg>
        <pc:spChg chg="add mod">
          <ac:chgData name="Salman Talat" userId="ca7c2171-f5c0-4b38-a6ba-57252b0829e1" providerId="ADAL" clId="{8A9F8B0D-7BDB-4E79-A496-2BFB5497BC11}" dt="2026-05-31T14:13:06.851" v="8959" actId="1076"/>
          <ac:spMkLst>
            <pc:docMk/>
            <pc:sldMk cId="3422980975" sldId="2147483088"/>
            <ac:spMk id="21" creationId="{CF5F188B-DA63-6B85-8A34-080076F6F9B2}"/>
          </ac:spMkLst>
        </pc:spChg>
        <pc:spChg chg="add mod">
          <ac:chgData name="Salman Talat" userId="ca7c2171-f5c0-4b38-a6ba-57252b0829e1" providerId="ADAL" clId="{8A9F8B0D-7BDB-4E79-A496-2BFB5497BC11}" dt="2026-05-31T14:49:13.561" v="10562" actId="20577"/>
          <ac:spMkLst>
            <pc:docMk/>
            <pc:sldMk cId="3422980975" sldId="2147483088"/>
            <ac:spMk id="22" creationId="{4E0996FF-8E26-3330-C63C-9ECD219D87A2}"/>
          </ac:spMkLst>
        </pc:spChg>
        <pc:spChg chg="add mod">
          <ac:chgData name="Salman Talat" userId="ca7c2171-f5c0-4b38-a6ba-57252b0829e1" providerId="ADAL" clId="{8A9F8B0D-7BDB-4E79-A496-2BFB5497BC11}" dt="2026-05-31T14:13:42.785" v="8968" actId="404"/>
          <ac:spMkLst>
            <pc:docMk/>
            <pc:sldMk cId="3422980975" sldId="2147483088"/>
            <ac:spMk id="23" creationId="{73614561-E62C-3855-8298-37F6D986D3AA}"/>
          </ac:spMkLst>
        </pc:spChg>
        <pc:spChg chg="add mod">
          <ac:chgData name="Salman Talat" userId="ca7c2171-f5c0-4b38-a6ba-57252b0829e1" providerId="ADAL" clId="{8A9F8B0D-7BDB-4E79-A496-2BFB5497BC11}" dt="2026-05-31T14:13:53.096" v="8971" actId="404"/>
          <ac:spMkLst>
            <pc:docMk/>
            <pc:sldMk cId="3422980975" sldId="2147483088"/>
            <ac:spMk id="24" creationId="{2E99C85F-39E0-D31C-FD1A-5E73A6DDA708}"/>
          </ac:spMkLst>
        </pc:spChg>
        <pc:spChg chg="add mod">
          <ac:chgData name="Salman Talat" userId="ca7c2171-f5c0-4b38-a6ba-57252b0829e1" providerId="ADAL" clId="{8A9F8B0D-7BDB-4E79-A496-2BFB5497BC11}" dt="2026-05-31T14:15:10.815" v="9002" actId="1038"/>
          <ac:spMkLst>
            <pc:docMk/>
            <pc:sldMk cId="3422980975" sldId="2147483088"/>
            <ac:spMk id="25" creationId="{97D5A144-CB93-A01B-4DF7-014061874744}"/>
          </ac:spMkLst>
        </pc:spChg>
        <pc:spChg chg="add mod">
          <ac:chgData name="Salman Talat" userId="ca7c2171-f5c0-4b38-a6ba-57252b0829e1" providerId="ADAL" clId="{8A9F8B0D-7BDB-4E79-A496-2BFB5497BC11}" dt="2026-05-31T14:15:17.886" v="9003" actId="14100"/>
          <ac:spMkLst>
            <pc:docMk/>
            <pc:sldMk cId="3422980975" sldId="2147483088"/>
            <ac:spMk id="26" creationId="{CD75EDF7-0997-8DAA-948D-7565C0213270}"/>
          </ac:spMkLst>
        </pc:spChg>
        <pc:spChg chg="add mod">
          <ac:chgData name="Salman Talat" userId="ca7c2171-f5c0-4b38-a6ba-57252b0829e1" providerId="ADAL" clId="{8A9F8B0D-7BDB-4E79-A496-2BFB5497BC11}" dt="2026-05-31T14:15:17.886" v="9003" actId="14100"/>
          <ac:spMkLst>
            <pc:docMk/>
            <pc:sldMk cId="3422980975" sldId="2147483088"/>
            <ac:spMk id="27" creationId="{A417243C-4BED-F79A-B1ED-A84A90CA6D78}"/>
          </ac:spMkLst>
        </pc:spChg>
        <pc:spChg chg="add mod">
          <ac:chgData name="Salman Talat" userId="ca7c2171-f5c0-4b38-a6ba-57252b0829e1" providerId="ADAL" clId="{8A9F8B0D-7BDB-4E79-A496-2BFB5497BC11}" dt="2026-05-31T14:15:17.886" v="9003" actId="14100"/>
          <ac:spMkLst>
            <pc:docMk/>
            <pc:sldMk cId="3422980975" sldId="2147483088"/>
            <ac:spMk id="28" creationId="{8A94306A-5446-9FA6-C0DA-2B756FFBC6E8}"/>
          </ac:spMkLst>
        </pc:spChg>
        <pc:spChg chg="add mod">
          <ac:chgData name="Salman Talat" userId="ca7c2171-f5c0-4b38-a6ba-57252b0829e1" providerId="ADAL" clId="{8A9F8B0D-7BDB-4E79-A496-2BFB5497BC11}" dt="2026-05-31T14:15:22.524" v="9011" actId="1037"/>
          <ac:spMkLst>
            <pc:docMk/>
            <pc:sldMk cId="3422980975" sldId="2147483088"/>
            <ac:spMk id="29" creationId="{A86C9A87-DFE5-3D2A-3ACB-C5E014906724}"/>
          </ac:spMkLst>
        </pc:spChg>
        <pc:spChg chg="add mod">
          <ac:chgData name="Salman Talat" userId="ca7c2171-f5c0-4b38-a6ba-57252b0829e1" providerId="ADAL" clId="{8A9F8B0D-7BDB-4E79-A496-2BFB5497BC11}" dt="2026-05-31T14:15:22.524" v="9011" actId="1037"/>
          <ac:spMkLst>
            <pc:docMk/>
            <pc:sldMk cId="3422980975" sldId="2147483088"/>
            <ac:spMk id="30" creationId="{FD0EA377-D9C7-AC6D-4B65-DD02789AC3F6}"/>
          </ac:spMkLst>
        </pc:spChg>
        <pc:spChg chg="add mod">
          <ac:chgData name="Salman Talat" userId="ca7c2171-f5c0-4b38-a6ba-57252b0829e1" providerId="ADAL" clId="{8A9F8B0D-7BDB-4E79-A496-2BFB5497BC11}" dt="2026-05-31T14:15:22.524" v="9011" actId="1037"/>
          <ac:spMkLst>
            <pc:docMk/>
            <pc:sldMk cId="3422980975" sldId="2147483088"/>
            <ac:spMk id="31" creationId="{E26DD186-48BD-D8A3-7700-7C350CB06CCA}"/>
          </ac:spMkLst>
        </pc:spChg>
      </pc:sldChg>
      <pc:sldChg chg="addSp modSp new del">
        <pc:chgData name="Salman Talat" userId="ca7c2171-f5c0-4b38-a6ba-57252b0829e1" providerId="ADAL" clId="{8A9F8B0D-7BDB-4E79-A496-2BFB5497BC11}" dt="2026-05-31T13:58:31.390" v="7731" actId="47"/>
        <pc:sldMkLst>
          <pc:docMk/>
          <pc:sldMk cId="100943648" sldId="2147483089"/>
        </pc:sldMkLst>
        <pc:spChg chg="add mod">
          <ac:chgData name="Salman Talat" userId="ca7c2171-f5c0-4b38-a6ba-57252b0829e1" providerId="ADAL" clId="{8A9F8B0D-7BDB-4E79-A496-2BFB5497BC11}" dt="2026-05-31T13:58:28.059" v="7730"/>
          <ac:spMkLst>
            <pc:docMk/>
            <pc:sldMk cId="100943648" sldId="2147483089"/>
            <ac:spMk id="2" creationId="{071CE160-40A5-7AA6-A6F8-D1F4E6D455B9}"/>
          </ac:spMkLst>
        </pc:spChg>
      </pc:sldChg>
      <pc:sldChg chg="addSp delSp modSp new del mod">
        <pc:chgData name="Salman Talat" userId="ca7c2171-f5c0-4b38-a6ba-57252b0829e1" providerId="ADAL" clId="{8A9F8B0D-7BDB-4E79-A496-2BFB5497BC11}" dt="2026-05-31T14:45:15.706" v="10302" actId="47"/>
        <pc:sldMkLst>
          <pc:docMk/>
          <pc:sldMk cId="1813242995" sldId="2147483089"/>
        </pc:sldMkLst>
        <pc:spChg chg="del">
          <ac:chgData name="Salman Talat" userId="ca7c2171-f5c0-4b38-a6ba-57252b0829e1" providerId="ADAL" clId="{8A9F8B0D-7BDB-4E79-A496-2BFB5497BC11}" dt="2026-05-31T13:58:53.714" v="7733" actId="478"/>
          <ac:spMkLst>
            <pc:docMk/>
            <pc:sldMk cId="1813242995" sldId="2147483089"/>
            <ac:spMk id="2" creationId="{80BA38CF-4170-A347-E2CB-1FDBE2734521}"/>
          </ac:spMkLst>
        </pc:spChg>
        <pc:spChg chg="del">
          <ac:chgData name="Salman Talat" userId="ca7c2171-f5c0-4b38-a6ba-57252b0829e1" providerId="ADAL" clId="{8A9F8B0D-7BDB-4E79-A496-2BFB5497BC11}" dt="2026-05-31T13:58:53.714" v="7733" actId="478"/>
          <ac:spMkLst>
            <pc:docMk/>
            <pc:sldMk cId="1813242995" sldId="2147483089"/>
            <ac:spMk id="3" creationId="{E10E9CF5-A90C-1056-F9E7-FF3303047021}"/>
          </ac:spMkLst>
        </pc:spChg>
        <pc:spChg chg="add mod">
          <ac:chgData name="Salman Talat" userId="ca7c2171-f5c0-4b38-a6ba-57252b0829e1" providerId="ADAL" clId="{8A9F8B0D-7BDB-4E79-A496-2BFB5497BC11}" dt="2026-05-31T14:26:18.553" v="9383" actId="20577"/>
          <ac:spMkLst>
            <pc:docMk/>
            <pc:sldMk cId="1813242995" sldId="2147483089"/>
            <ac:spMk id="4" creationId="{C65BDD42-EEB5-D8B5-914F-5707C1C84960}"/>
          </ac:spMkLst>
        </pc:spChg>
        <pc:spChg chg="add mod">
          <ac:chgData name="Salman Talat" userId="ca7c2171-f5c0-4b38-a6ba-57252b0829e1" providerId="ADAL" clId="{8A9F8B0D-7BDB-4E79-A496-2BFB5497BC11}" dt="2026-05-31T14:44:26.665" v="10278" actId="20577"/>
          <ac:spMkLst>
            <pc:docMk/>
            <pc:sldMk cId="1813242995" sldId="2147483089"/>
            <ac:spMk id="5" creationId="{5DFA722D-AB19-43B5-0F1C-DB912AFC93FE}"/>
          </ac:spMkLst>
        </pc:spChg>
        <pc:spChg chg="add mod">
          <ac:chgData name="Salman Talat" userId="ca7c2171-f5c0-4b38-a6ba-57252b0829e1" providerId="ADAL" clId="{8A9F8B0D-7BDB-4E79-A496-2BFB5497BC11}" dt="2026-05-31T14:44:53.184" v="10298" actId="1035"/>
          <ac:spMkLst>
            <pc:docMk/>
            <pc:sldMk cId="1813242995" sldId="2147483089"/>
            <ac:spMk id="6" creationId="{3E081F31-61F3-A1C9-9C5C-A0B703EB93BA}"/>
          </ac:spMkLst>
        </pc:spChg>
        <pc:cxnChg chg="add del mod">
          <ac:chgData name="Salman Talat" userId="ca7c2171-f5c0-4b38-a6ba-57252b0829e1" providerId="ADAL" clId="{8A9F8B0D-7BDB-4E79-A496-2BFB5497BC11}" dt="2026-05-31T14:44:53.510" v="10299" actId="11529"/>
          <ac:cxnSpMkLst>
            <pc:docMk/>
            <pc:sldMk cId="1813242995" sldId="2147483089"/>
            <ac:cxnSpMk id="8" creationId="{9FBA963F-523B-3F04-24C1-483D900DFF1D}"/>
          </ac:cxnSpMkLst>
        </pc:cxnChg>
      </pc:sldChg>
      <pc:sldChg chg="addSp delSp modSp add mod">
        <pc:chgData name="Salman Talat" userId="ca7c2171-f5c0-4b38-a6ba-57252b0829e1" providerId="ADAL" clId="{8A9F8B0D-7BDB-4E79-A496-2BFB5497BC11}" dt="2026-05-31T19:14:35.691" v="14714" actId="20577"/>
        <pc:sldMkLst>
          <pc:docMk/>
          <pc:sldMk cId="1055129840" sldId="2147483090"/>
        </pc:sldMkLst>
        <pc:spChg chg="mod">
          <ac:chgData name="Salman Talat" userId="ca7c2171-f5c0-4b38-a6ba-57252b0829e1" providerId="ADAL" clId="{8A9F8B0D-7BDB-4E79-A496-2BFB5497BC11}" dt="2026-05-31T14:36:59.236" v="9943" actId="20577"/>
          <ac:spMkLst>
            <pc:docMk/>
            <pc:sldMk cId="1055129840" sldId="2147483090"/>
            <ac:spMk id="2" creationId="{E033F620-FDE5-2D18-1C4E-80DAC65C3E38}"/>
          </ac:spMkLst>
        </pc:spChg>
        <pc:spChg chg="del">
          <ac:chgData name="Salman Talat" userId="ca7c2171-f5c0-4b38-a6ba-57252b0829e1" providerId="ADAL" clId="{8A9F8B0D-7BDB-4E79-A496-2BFB5497BC11}" dt="2026-05-31T14:20:06.201" v="9060" actId="478"/>
          <ac:spMkLst>
            <pc:docMk/>
            <pc:sldMk cId="1055129840" sldId="2147483090"/>
            <ac:spMk id="4" creationId="{C631CFA3-5DDB-62EE-B3C8-4BE70A9F844E}"/>
          </ac:spMkLst>
        </pc:spChg>
        <pc:spChg chg="mod">
          <ac:chgData name="Salman Talat" userId="ca7c2171-f5c0-4b38-a6ba-57252b0829e1" providerId="ADAL" clId="{8A9F8B0D-7BDB-4E79-A496-2BFB5497BC11}" dt="2026-05-31T14:37:10.875" v="9950" actId="1036"/>
          <ac:spMkLst>
            <pc:docMk/>
            <pc:sldMk cId="1055129840" sldId="2147483090"/>
            <ac:spMk id="5" creationId="{EFE7FD05-5230-A448-F91B-AAAB57E959D0}"/>
          </ac:spMkLst>
        </pc:spChg>
        <pc:spChg chg="add mod">
          <ac:chgData name="Salman Talat" userId="ca7c2171-f5c0-4b38-a6ba-57252b0829e1" providerId="ADAL" clId="{8A9F8B0D-7BDB-4E79-A496-2BFB5497BC11}" dt="2026-05-31T19:14:35.691" v="14714" actId="20577"/>
          <ac:spMkLst>
            <pc:docMk/>
            <pc:sldMk cId="1055129840" sldId="2147483090"/>
            <ac:spMk id="7" creationId="{BF7D3FA1-C526-F158-2059-FDEA43263562}"/>
          </ac:spMkLst>
        </pc:spChg>
        <pc:spChg chg="add mod">
          <ac:chgData name="Salman Talat" userId="ca7c2171-f5c0-4b38-a6ba-57252b0829e1" providerId="ADAL" clId="{8A9F8B0D-7BDB-4E79-A496-2BFB5497BC11}" dt="2026-05-31T14:27:31.701" v="9384"/>
          <ac:spMkLst>
            <pc:docMk/>
            <pc:sldMk cId="1055129840" sldId="2147483090"/>
            <ac:spMk id="8" creationId="{F9A2B013-4425-77C9-9ACC-52D05D81D2A6}"/>
          </ac:spMkLst>
        </pc:spChg>
        <pc:spChg chg="add mod">
          <ac:chgData name="Salman Talat" userId="ca7c2171-f5c0-4b38-a6ba-57252b0829e1" providerId="ADAL" clId="{8A9F8B0D-7BDB-4E79-A496-2BFB5497BC11}" dt="2026-05-31T14:38:21.356" v="10159" actId="20577"/>
          <ac:spMkLst>
            <pc:docMk/>
            <pc:sldMk cId="1055129840" sldId="2147483090"/>
            <ac:spMk id="9" creationId="{C50896BB-0333-BEA7-7A3D-0FFAE940C2A9}"/>
          </ac:spMkLst>
        </pc:spChg>
        <pc:spChg chg="add mod">
          <ac:chgData name="Salman Talat" userId="ca7c2171-f5c0-4b38-a6ba-57252b0829e1" providerId="ADAL" clId="{8A9F8B0D-7BDB-4E79-A496-2BFB5497BC11}" dt="2026-05-31T14:36:32.711" v="9929" actId="1076"/>
          <ac:spMkLst>
            <pc:docMk/>
            <pc:sldMk cId="1055129840" sldId="2147483090"/>
            <ac:spMk id="10" creationId="{AA88F11D-628F-ECE1-BBE7-F840D3D81C1B}"/>
          </ac:spMkLst>
        </pc:spChg>
        <pc:spChg chg="add mod">
          <ac:chgData name="Salman Talat" userId="ca7c2171-f5c0-4b38-a6ba-57252b0829e1" providerId="ADAL" clId="{8A9F8B0D-7BDB-4E79-A496-2BFB5497BC11}" dt="2026-05-31T14:35:51.544" v="9906" actId="1036"/>
          <ac:spMkLst>
            <pc:docMk/>
            <pc:sldMk cId="1055129840" sldId="2147483090"/>
            <ac:spMk id="11" creationId="{E1999AFF-A037-34EA-DED3-9DB4AB0B9459}"/>
          </ac:spMkLst>
        </pc:spChg>
        <pc:spChg chg="add mod">
          <ac:chgData name="Salman Talat" userId="ca7c2171-f5c0-4b38-a6ba-57252b0829e1" providerId="ADAL" clId="{8A9F8B0D-7BDB-4E79-A496-2BFB5497BC11}" dt="2026-05-31T14:35:51.544" v="9906" actId="1036"/>
          <ac:spMkLst>
            <pc:docMk/>
            <pc:sldMk cId="1055129840" sldId="2147483090"/>
            <ac:spMk id="12" creationId="{C4C9AF6E-2AEB-35BE-5C7F-E94BFE3F3F65}"/>
          </ac:spMkLst>
        </pc:spChg>
        <pc:spChg chg="add mod">
          <ac:chgData name="Salman Talat" userId="ca7c2171-f5c0-4b38-a6ba-57252b0829e1" providerId="ADAL" clId="{8A9F8B0D-7BDB-4E79-A496-2BFB5497BC11}" dt="2026-05-31T14:35:51.544" v="9906" actId="1036"/>
          <ac:spMkLst>
            <pc:docMk/>
            <pc:sldMk cId="1055129840" sldId="2147483090"/>
            <ac:spMk id="13" creationId="{2069489A-FFAB-2882-1F8D-CAFDFB53FABE}"/>
          </ac:spMkLst>
        </pc:spChg>
        <pc:spChg chg="add mod">
          <ac:chgData name="Salman Talat" userId="ca7c2171-f5c0-4b38-a6ba-57252b0829e1" providerId="ADAL" clId="{8A9F8B0D-7BDB-4E79-A496-2BFB5497BC11}" dt="2026-05-31T14:35:51.544" v="9906" actId="1036"/>
          <ac:spMkLst>
            <pc:docMk/>
            <pc:sldMk cId="1055129840" sldId="2147483090"/>
            <ac:spMk id="14" creationId="{A68AF13B-B634-897D-5FD1-FF55611670A5}"/>
          </ac:spMkLst>
        </pc:spChg>
        <pc:spChg chg="del">
          <ac:chgData name="Salman Talat" userId="ca7c2171-f5c0-4b38-a6ba-57252b0829e1" providerId="ADAL" clId="{8A9F8B0D-7BDB-4E79-A496-2BFB5497BC11}" dt="2026-05-31T14:20:09.275" v="9061" actId="478"/>
          <ac:spMkLst>
            <pc:docMk/>
            <pc:sldMk cId="1055129840" sldId="2147483090"/>
            <ac:spMk id="19" creationId="{FBA9988E-9BA5-69E3-2D2C-1DEE8A8E537B}"/>
          </ac:spMkLst>
        </pc:spChg>
        <pc:spChg chg="del">
          <ac:chgData name="Salman Talat" userId="ca7c2171-f5c0-4b38-a6ba-57252b0829e1" providerId="ADAL" clId="{8A9F8B0D-7BDB-4E79-A496-2BFB5497BC11}" dt="2026-05-31T14:20:09.275" v="9061" actId="478"/>
          <ac:spMkLst>
            <pc:docMk/>
            <pc:sldMk cId="1055129840" sldId="2147483090"/>
            <ac:spMk id="20" creationId="{99D714A9-5456-B1F4-8D46-08E406D00940}"/>
          </ac:spMkLst>
        </pc:spChg>
        <pc:spChg chg="del">
          <ac:chgData name="Salman Talat" userId="ca7c2171-f5c0-4b38-a6ba-57252b0829e1" providerId="ADAL" clId="{8A9F8B0D-7BDB-4E79-A496-2BFB5497BC11}" dt="2026-05-31T14:20:09.275" v="9061" actId="478"/>
          <ac:spMkLst>
            <pc:docMk/>
            <pc:sldMk cId="1055129840" sldId="2147483090"/>
            <ac:spMk id="24" creationId="{3836B85A-B6C8-8E46-6705-F91EC9AF30C7}"/>
          </ac:spMkLst>
        </pc:spChg>
        <pc:spChg chg="del">
          <ac:chgData name="Salman Talat" userId="ca7c2171-f5c0-4b38-a6ba-57252b0829e1" providerId="ADAL" clId="{8A9F8B0D-7BDB-4E79-A496-2BFB5497BC11}" dt="2026-05-31T14:20:09.275" v="9061" actId="478"/>
          <ac:spMkLst>
            <pc:docMk/>
            <pc:sldMk cId="1055129840" sldId="2147483090"/>
            <ac:spMk id="25" creationId="{70BB84AA-8A1C-9C68-5E48-EBF94C70C08D}"/>
          </ac:spMkLst>
        </pc:spChg>
        <pc:spChg chg="del">
          <ac:chgData name="Salman Talat" userId="ca7c2171-f5c0-4b38-a6ba-57252b0829e1" providerId="ADAL" clId="{8A9F8B0D-7BDB-4E79-A496-2BFB5497BC11}" dt="2026-05-31T14:20:09.275" v="9061" actId="478"/>
          <ac:spMkLst>
            <pc:docMk/>
            <pc:sldMk cId="1055129840" sldId="2147483090"/>
            <ac:spMk id="26" creationId="{A873A0C3-F35A-FAA7-B191-EDBA9F9264B8}"/>
          </ac:spMkLst>
        </pc:spChg>
        <pc:spChg chg="del">
          <ac:chgData name="Salman Talat" userId="ca7c2171-f5c0-4b38-a6ba-57252b0829e1" providerId="ADAL" clId="{8A9F8B0D-7BDB-4E79-A496-2BFB5497BC11}" dt="2026-05-31T14:20:09.275" v="9061" actId="478"/>
          <ac:spMkLst>
            <pc:docMk/>
            <pc:sldMk cId="1055129840" sldId="2147483090"/>
            <ac:spMk id="27" creationId="{0CB0B4AA-A9AA-854F-7EF6-A3EF735F953A}"/>
          </ac:spMkLst>
        </pc:spChg>
        <pc:spChg chg="del">
          <ac:chgData name="Salman Talat" userId="ca7c2171-f5c0-4b38-a6ba-57252b0829e1" providerId="ADAL" clId="{8A9F8B0D-7BDB-4E79-A496-2BFB5497BC11}" dt="2026-05-31T14:20:09.275" v="9061" actId="478"/>
          <ac:spMkLst>
            <pc:docMk/>
            <pc:sldMk cId="1055129840" sldId="2147483090"/>
            <ac:spMk id="28" creationId="{1ACE0A3E-0817-FD2E-9B8A-19EABF892EE4}"/>
          </ac:spMkLst>
        </pc:spChg>
        <pc:spChg chg="del">
          <ac:chgData name="Salman Talat" userId="ca7c2171-f5c0-4b38-a6ba-57252b0829e1" providerId="ADAL" clId="{8A9F8B0D-7BDB-4E79-A496-2BFB5497BC11}" dt="2026-05-31T14:20:09.275" v="9061" actId="478"/>
          <ac:spMkLst>
            <pc:docMk/>
            <pc:sldMk cId="1055129840" sldId="2147483090"/>
            <ac:spMk id="29" creationId="{58AA5F1F-4D9F-AB39-2D59-D26FBD6D9711}"/>
          </ac:spMkLst>
        </pc:spChg>
        <pc:spChg chg="del">
          <ac:chgData name="Salman Talat" userId="ca7c2171-f5c0-4b38-a6ba-57252b0829e1" providerId="ADAL" clId="{8A9F8B0D-7BDB-4E79-A496-2BFB5497BC11}" dt="2026-05-31T14:20:09.275" v="9061" actId="478"/>
          <ac:spMkLst>
            <pc:docMk/>
            <pc:sldMk cId="1055129840" sldId="2147483090"/>
            <ac:spMk id="30" creationId="{2B749CD1-2E45-300D-0DBF-A02F0C3F7DB0}"/>
          </ac:spMkLst>
        </pc:spChg>
        <pc:spChg chg="del">
          <ac:chgData name="Salman Talat" userId="ca7c2171-f5c0-4b38-a6ba-57252b0829e1" providerId="ADAL" clId="{8A9F8B0D-7BDB-4E79-A496-2BFB5497BC11}" dt="2026-05-31T14:20:09.275" v="9061" actId="478"/>
          <ac:spMkLst>
            <pc:docMk/>
            <pc:sldMk cId="1055129840" sldId="2147483090"/>
            <ac:spMk id="31" creationId="{338D792C-BC7F-51D6-02EB-273C424FAFC9}"/>
          </ac:spMkLst>
        </pc:spChg>
        <pc:picChg chg="add mod">
          <ac:chgData name="Salman Talat" userId="ca7c2171-f5c0-4b38-a6ba-57252b0829e1" providerId="ADAL" clId="{8A9F8B0D-7BDB-4E79-A496-2BFB5497BC11}" dt="2026-05-31T14:35:57.958" v="9917" actId="1035"/>
          <ac:picMkLst>
            <pc:docMk/>
            <pc:sldMk cId="1055129840" sldId="2147483090"/>
            <ac:picMk id="6" creationId="{74EF25E9-9DA3-E36E-C48C-2DDDE8DD526B}"/>
          </ac:picMkLst>
        </pc:picChg>
      </pc:sldChg>
      <pc:sldChg chg="addSp delSp modSp new mod">
        <pc:chgData name="Salman Talat" userId="ca7c2171-f5c0-4b38-a6ba-57252b0829e1" providerId="ADAL" clId="{8A9F8B0D-7BDB-4E79-A496-2BFB5497BC11}" dt="2026-05-31T15:47:32.542" v="11494" actId="692"/>
        <pc:sldMkLst>
          <pc:docMk/>
          <pc:sldMk cId="1767580405" sldId="2147483091"/>
        </pc:sldMkLst>
        <pc:spChg chg="add mod">
          <ac:chgData name="Salman Talat" userId="ca7c2171-f5c0-4b38-a6ba-57252b0829e1" providerId="ADAL" clId="{8A9F8B0D-7BDB-4E79-A496-2BFB5497BC11}" dt="2026-05-31T15:39:44.375" v="11229" actId="20577"/>
          <ac:spMkLst>
            <pc:docMk/>
            <pc:sldMk cId="1767580405" sldId="2147483091"/>
            <ac:spMk id="2" creationId="{720A1887-2BFF-0849-96DC-41462DF6744E}"/>
          </ac:spMkLst>
        </pc:spChg>
        <pc:spChg chg="add mod">
          <ac:chgData name="Salman Talat" userId="ca7c2171-f5c0-4b38-a6ba-57252b0829e1" providerId="ADAL" clId="{8A9F8B0D-7BDB-4E79-A496-2BFB5497BC11}" dt="2026-05-31T15:45:49.930" v="11454" actId="255"/>
          <ac:spMkLst>
            <pc:docMk/>
            <pc:sldMk cId="1767580405" sldId="2147483091"/>
            <ac:spMk id="3" creationId="{F7DFC2A7-77AA-01C0-2AEE-07CA45BCAF56}"/>
          </ac:spMkLst>
        </pc:spChg>
        <pc:spChg chg="add mod">
          <ac:chgData name="Salman Talat" userId="ca7c2171-f5c0-4b38-a6ba-57252b0829e1" providerId="ADAL" clId="{8A9F8B0D-7BDB-4E79-A496-2BFB5497BC11}" dt="2026-05-31T15:36:06.869" v="11096" actId="3064"/>
          <ac:spMkLst>
            <pc:docMk/>
            <pc:sldMk cId="1767580405" sldId="2147483091"/>
            <ac:spMk id="4" creationId="{BBF44CFC-E955-77D7-E900-7FB1CFF2E0A9}"/>
          </ac:spMkLst>
        </pc:spChg>
        <pc:spChg chg="add del mod">
          <ac:chgData name="Salman Talat" userId="ca7c2171-f5c0-4b38-a6ba-57252b0829e1" providerId="ADAL" clId="{8A9F8B0D-7BDB-4E79-A496-2BFB5497BC11}" dt="2026-05-31T15:26:21.743" v="10879" actId="478"/>
          <ac:spMkLst>
            <pc:docMk/>
            <pc:sldMk cId="1767580405" sldId="2147483091"/>
            <ac:spMk id="7" creationId="{47D1CF00-F2F2-666A-8AD4-8828C9C7DE89}"/>
          </ac:spMkLst>
        </pc:spChg>
        <pc:spChg chg="add mod">
          <ac:chgData name="Salman Talat" userId="ca7c2171-f5c0-4b38-a6ba-57252b0829e1" providerId="ADAL" clId="{8A9F8B0D-7BDB-4E79-A496-2BFB5497BC11}" dt="2026-05-31T15:46:20.509" v="11493" actId="115"/>
          <ac:spMkLst>
            <pc:docMk/>
            <pc:sldMk cId="1767580405" sldId="2147483091"/>
            <ac:spMk id="8" creationId="{81B296B0-19E8-9002-CB87-83DC2E603B7A}"/>
          </ac:spMkLst>
        </pc:spChg>
        <pc:spChg chg="add del mod">
          <ac:chgData name="Salman Talat" userId="ca7c2171-f5c0-4b38-a6ba-57252b0829e1" providerId="ADAL" clId="{8A9F8B0D-7BDB-4E79-A496-2BFB5497BC11}" dt="2026-05-31T15:24:47.160" v="10829" actId="478"/>
          <ac:spMkLst>
            <pc:docMk/>
            <pc:sldMk cId="1767580405" sldId="2147483091"/>
            <ac:spMk id="10" creationId="{243B122E-3B4F-3214-C1AC-D40D31358260}"/>
          </ac:spMkLst>
        </pc:spChg>
        <pc:spChg chg="add mod">
          <ac:chgData name="Salman Talat" userId="ca7c2171-f5c0-4b38-a6ba-57252b0829e1" providerId="ADAL" clId="{8A9F8B0D-7BDB-4E79-A496-2BFB5497BC11}" dt="2026-05-31T15:45:54.394" v="11464" actId="20577"/>
          <ac:spMkLst>
            <pc:docMk/>
            <pc:sldMk cId="1767580405" sldId="2147483091"/>
            <ac:spMk id="15" creationId="{B81CF074-81D6-DF87-D76A-7D3D3E692B59}"/>
          </ac:spMkLst>
        </pc:spChg>
        <pc:spChg chg="add mod">
          <ac:chgData name="Salman Talat" userId="ca7c2171-f5c0-4b38-a6ba-57252b0829e1" providerId="ADAL" clId="{8A9F8B0D-7BDB-4E79-A496-2BFB5497BC11}" dt="2026-05-31T15:45:58.844" v="11482" actId="20577"/>
          <ac:spMkLst>
            <pc:docMk/>
            <pc:sldMk cId="1767580405" sldId="2147483091"/>
            <ac:spMk id="16" creationId="{EC9772BF-D696-1C46-95E9-7C214306144D}"/>
          </ac:spMkLst>
        </pc:spChg>
        <pc:spChg chg="add mod">
          <ac:chgData name="Salman Talat" userId="ca7c2171-f5c0-4b38-a6ba-57252b0829e1" providerId="ADAL" clId="{8A9F8B0D-7BDB-4E79-A496-2BFB5497BC11}" dt="2026-05-31T15:45:49.930" v="11454" actId="255"/>
          <ac:spMkLst>
            <pc:docMk/>
            <pc:sldMk cId="1767580405" sldId="2147483091"/>
            <ac:spMk id="17" creationId="{842913BF-FF1F-C930-4CB1-1E7D0DDFFBF7}"/>
          </ac:spMkLst>
        </pc:spChg>
        <pc:spChg chg="add mod">
          <ac:chgData name="Salman Talat" userId="ca7c2171-f5c0-4b38-a6ba-57252b0829e1" providerId="ADAL" clId="{8A9F8B0D-7BDB-4E79-A496-2BFB5497BC11}" dt="2026-05-31T15:36:17.351" v="11104" actId="3064"/>
          <ac:spMkLst>
            <pc:docMk/>
            <pc:sldMk cId="1767580405" sldId="2147483091"/>
            <ac:spMk id="19" creationId="{2ED43437-85E4-C73E-EF35-D44A736612EA}"/>
          </ac:spMkLst>
        </pc:spChg>
        <pc:spChg chg="add del mod">
          <ac:chgData name="Salman Talat" userId="ca7c2171-f5c0-4b38-a6ba-57252b0829e1" providerId="ADAL" clId="{8A9F8B0D-7BDB-4E79-A496-2BFB5497BC11}" dt="2026-05-31T15:27:58.877" v="10905"/>
          <ac:spMkLst>
            <pc:docMk/>
            <pc:sldMk cId="1767580405" sldId="2147483091"/>
            <ac:spMk id="21" creationId="{15515206-638B-CE4A-8932-13FDA3696C8A}"/>
          </ac:spMkLst>
        </pc:spChg>
        <pc:spChg chg="add mod">
          <ac:chgData name="Salman Talat" userId="ca7c2171-f5c0-4b38-a6ba-57252b0829e1" providerId="ADAL" clId="{8A9F8B0D-7BDB-4E79-A496-2BFB5497BC11}" dt="2026-05-31T15:36:53.417" v="11120" actId="1036"/>
          <ac:spMkLst>
            <pc:docMk/>
            <pc:sldMk cId="1767580405" sldId="2147483091"/>
            <ac:spMk id="22" creationId="{138282C5-6C5B-87DC-0B13-7DC1F6F94C9E}"/>
          </ac:spMkLst>
        </pc:spChg>
        <pc:spChg chg="add del mod">
          <ac:chgData name="Salman Talat" userId="ca7c2171-f5c0-4b38-a6ba-57252b0829e1" providerId="ADAL" clId="{8A9F8B0D-7BDB-4E79-A496-2BFB5497BC11}" dt="2026-05-31T15:29:19.144" v="10928" actId="478"/>
          <ac:spMkLst>
            <pc:docMk/>
            <pc:sldMk cId="1767580405" sldId="2147483091"/>
            <ac:spMk id="24" creationId="{03016615-A930-9E51-BFFC-71676088EC36}"/>
          </ac:spMkLst>
        </pc:spChg>
        <pc:spChg chg="add mod">
          <ac:chgData name="Salman Talat" userId="ca7c2171-f5c0-4b38-a6ba-57252b0829e1" providerId="ADAL" clId="{8A9F8B0D-7BDB-4E79-A496-2BFB5497BC11}" dt="2026-05-31T15:36:53.417" v="11120" actId="1036"/>
          <ac:spMkLst>
            <pc:docMk/>
            <pc:sldMk cId="1767580405" sldId="2147483091"/>
            <ac:spMk id="25" creationId="{B43F5515-D0F5-1984-CA12-E4550C89016A}"/>
          </ac:spMkLst>
        </pc:spChg>
        <pc:spChg chg="add mod">
          <ac:chgData name="Salman Talat" userId="ca7c2171-f5c0-4b38-a6ba-57252b0829e1" providerId="ADAL" clId="{8A9F8B0D-7BDB-4E79-A496-2BFB5497BC11}" dt="2026-05-31T15:36:53.417" v="11120" actId="1036"/>
          <ac:spMkLst>
            <pc:docMk/>
            <pc:sldMk cId="1767580405" sldId="2147483091"/>
            <ac:spMk id="26" creationId="{F9A683AF-6738-2FA9-A2A6-8B4D4B4CB39B}"/>
          </ac:spMkLst>
        </pc:spChg>
        <pc:spChg chg="add mod">
          <ac:chgData name="Salman Talat" userId="ca7c2171-f5c0-4b38-a6ba-57252b0829e1" providerId="ADAL" clId="{8A9F8B0D-7BDB-4E79-A496-2BFB5497BC11}" dt="2026-05-31T15:36:53.417" v="11120" actId="1036"/>
          <ac:spMkLst>
            <pc:docMk/>
            <pc:sldMk cId="1767580405" sldId="2147483091"/>
            <ac:spMk id="27" creationId="{AD5185DF-AE4B-0944-406F-3F1E2D450068}"/>
          </ac:spMkLst>
        </pc:spChg>
        <pc:spChg chg="add mod">
          <ac:chgData name="Salman Talat" userId="ca7c2171-f5c0-4b38-a6ba-57252b0829e1" providerId="ADAL" clId="{8A9F8B0D-7BDB-4E79-A496-2BFB5497BC11}" dt="2026-05-31T15:36:53.417" v="11120" actId="1036"/>
          <ac:spMkLst>
            <pc:docMk/>
            <pc:sldMk cId="1767580405" sldId="2147483091"/>
            <ac:spMk id="28" creationId="{4173795E-6E26-5E81-B24D-891CD5B2F458}"/>
          </ac:spMkLst>
        </pc:spChg>
        <pc:spChg chg="add mod">
          <ac:chgData name="Salman Talat" userId="ca7c2171-f5c0-4b38-a6ba-57252b0829e1" providerId="ADAL" clId="{8A9F8B0D-7BDB-4E79-A496-2BFB5497BC11}" dt="2026-05-31T15:36:53.417" v="11120" actId="1036"/>
          <ac:spMkLst>
            <pc:docMk/>
            <pc:sldMk cId="1767580405" sldId="2147483091"/>
            <ac:spMk id="33" creationId="{2B7590BC-D2E6-D27D-937B-6D6B48DCE203}"/>
          </ac:spMkLst>
        </pc:spChg>
        <pc:spChg chg="add mod">
          <ac:chgData name="Salman Talat" userId="ca7c2171-f5c0-4b38-a6ba-57252b0829e1" providerId="ADAL" clId="{8A9F8B0D-7BDB-4E79-A496-2BFB5497BC11}" dt="2026-05-31T15:36:53.417" v="11120" actId="1036"/>
          <ac:spMkLst>
            <pc:docMk/>
            <pc:sldMk cId="1767580405" sldId="2147483091"/>
            <ac:spMk id="34" creationId="{C0E2D380-5938-C5D4-36FD-7480CA31316A}"/>
          </ac:spMkLst>
        </pc:spChg>
        <pc:spChg chg="add mod">
          <ac:chgData name="Salman Talat" userId="ca7c2171-f5c0-4b38-a6ba-57252b0829e1" providerId="ADAL" clId="{8A9F8B0D-7BDB-4E79-A496-2BFB5497BC11}" dt="2026-05-31T15:43:33.199" v="11396" actId="113"/>
          <ac:spMkLst>
            <pc:docMk/>
            <pc:sldMk cId="1767580405" sldId="2147483091"/>
            <ac:spMk id="58" creationId="{06E848A2-BD75-3731-B994-A2F2C31CD054}"/>
          </ac:spMkLst>
        </pc:spChg>
        <pc:cxnChg chg="add mod">
          <ac:chgData name="Salman Talat" userId="ca7c2171-f5c0-4b38-a6ba-57252b0829e1" providerId="ADAL" clId="{8A9F8B0D-7BDB-4E79-A496-2BFB5497BC11}" dt="2026-05-31T15:47:32.542" v="11494" actId="692"/>
          <ac:cxnSpMkLst>
            <pc:docMk/>
            <pc:sldMk cId="1767580405" sldId="2147483091"/>
            <ac:cxnSpMk id="6" creationId="{7494634F-40E3-5F6B-AB6B-E75C539C2B7F}"/>
          </ac:cxnSpMkLst>
        </pc:cxnChg>
        <pc:cxnChg chg="add mod">
          <ac:chgData name="Salman Talat" userId="ca7c2171-f5c0-4b38-a6ba-57252b0829e1" providerId="ADAL" clId="{8A9F8B0D-7BDB-4E79-A496-2BFB5497BC11}" dt="2026-05-31T15:47:32.542" v="11494" actId="692"/>
          <ac:cxnSpMkLst>
            <pc:docMk/>
            <pc:sldMk cId="1767580405" sldId="2147483091"/>
            <ac:cxnSpMk id="35" creationId="{9232DA5C-A433-D1B6-F25F-FDFB118CE3FD}"/>
          </ac:cxnSpMkLst>
        </pc:cxnChg>
        <pc:cxnChg chg="add mod">
          <ac:chgData name="Salman Talat" userId="ca7c2171-f5c0-4b38-a6ba-57252b0829e1" providerId="ADAL" clId="{8A9F8B0D-7BDB-4E79-A496-2BFB5497BC11}" dt="2026-05-31T15:47:32.542" v="11494" actId="692"/>
          <ac:cxnSpMkLst>
            <pc:docMk/>
            <pc:sldMk cId="1767580405" sldId="2147483091"/>
            <ac:cxnSpMk id="38" creationId="{DB546577-1013-12A5-280A-AC31F3EC7B39}"/>
          </ac:cxnSpMkLst>
        </pc:cxnChg>
        <pc:cxnChg chg="add mod">
          <ac:chgData name="Salman Talat" userId="ca7c2171-f5c0-4b38-a6ba-57252b0829e1" providerId="ADAL" clId="{8A9F8B0D-7BDB-4E79-A496-2BFB5497BC11}" dt="2026-05-31T15:47:32.542" v="11494" actId="692"/>
          <ac:cxnSpMkLst>
            <pc:docMk/>
            <pc:sldMk cId="1767580405" sldId="2147483091"/>
            <ac:cxnSpMk id="41" creationId="{FF13C68F-FEC7-E848-631D-F68EB2F8C805}"/>
          </ac:cxnSpMkLst>
        </pc:cxnChg>
        <pc:cxnChg chg="add mod">
          <ac:chgData name="Salman Talat" userId="ca7c2171-f5c0-4b38-a6ba-57252b0829e1" providerId="ADAL" clId="{8A9F8B0D-7BDB-4E79-A496-2BFB5497BC11}" dt="2026-05-31T15:47:32.542" v="11494" actId="692"/>
          <ac:cxnSpMkLst>
            <pc:docMk/>
            <pc:sldMk cId="1767580405" sldId="2147483091"/>
            <ac:cxnSpMk id="44" creationId="{1A094551-168F-BF1E-7CD1-9E1B4C8D5E6D}"/>
          </ac:cxnSpMkLst>
        </pc:cxnChg>
        <pc:cxnChg chg="add mod">
          <ac:chgData name="Salman Talat" userId="ca7c2171-f5c0-4b38-a6ba-57252b0829e1" providerId="ADAL" clId="{8A9F8B0D-7BDB-4E79-A496-2BFB5497BC11}" dt="2026-05-31T15:47:32.542" v="11494" actId="692"/>
          <ac:cxnSpMkLst>
            <pc:docMk/>
            <pc:sldMk cId="1767580405" sldId="2147483091"/>
            <ac:cxnSpMk id="47" creationId="{2E0A4BC6-3AB0-5F42-D2B6-EB3CA513288F}"/>
          </ac:cxnSpMkLst>
        </pc:cxnChg>
        <pc:cxnChg chg="add mod">
          <ac:chgData name="Salman Talat" userId="ca7c2171-f5c0-4b38-a6ba-57252b0829e1" providerId="ADAL" clId="{8A9F8B0D-7BDB-4E79-A496-2BFB5497BC11}" dt="2026-05-31T15:39:16.603" v="11174" actId="13822"/>
          <ac:cxnSpMkLst>
            <pc:docMk/>
            <pc:sldMk cId="1767580405" sldId="2147483091"/>
            <ac:cxnSpMk id="51" creationId="{FD0998B9-CB95-DC75-AE91-E23F24010A2D}"/>
          </ac:cxnSpMkLst>
        </pc:cxnChg>
        <pc:cxnChg chg="add mod">
          <ac:chgData name="Salman Talat" userId="ca7c2171-f5c0-4b38-a6ba-57252b0829e1" providerId="ADAL" clId="{8A9F8B0D-7BDB-4E79-A496-2BFB5497BC11}" dt="2026-05-31T15:39:16.603" v="11174" actId="13822"/>
          <ac:cxnSpMkLst>
            <pc:docMk/>
            <pc:sldMk cId="1767580405" sldId="2147483091"/>
            <ac:cxnSpMk id="52" creationId="{1587CF25-0BBA-B431-C84A-29EB1B14753A}"/>
          </ac:cxnSpMkLst>
        </pc:cxnChg>
        <pc:cxnChg chg="add mod">
          <ac:chgData name="Salman Talat" userId="ca7c2171-f5c0-4b38-a6ba-57252b0829e1" providerId="ADAL" clId="{8A9F8B0D-7BDB-4E79-A496-2BFB5497BC11}" dt="2026-05-31T15:39:16.603" v="11174" actId="13822"/>
          <ac:cxnSpMkLst>
            <pc:docMk/>
            <pc:sldMk cId="1767580405" sldId="2147483091"/>
            <ac:cxnSpMk id="55" creationId="{A5988E3A-F5D5-F1E8-B4AE-7CF64EA7A176}"/>
          </ac:cxnSpMkLst>
        </pc:cxnChg>
      </pc:sldChg>
      <pc:sldChg chg="addSp delSp modSp add del mod modTransition">
        <pc:chgData name="Salman Talat" userId="ca7c2171-f5c0-4b38-a6ba-57252b0829e1" providerId="ADAL" clId="{8A9F8B0D-7BDB-4E79-A496-2BFB5497BC11}" dt="2026-05-31T14:21:46.013" v="9074" actId="47"/>
        <pc:sldMkLst>
          <pc:docMk/>
          <pc:sldMk cId="2457856206" sldId="2147483091"/>
        </pc:sldMkLst>
        <pc:spChg chg="del">
          <ac:chgData name="Salman Talat" userId="ca7c2171-f5c0-4b38-a6ba-57252b0829e1" providerId="ADAL" clId="{8A9F8B0D-7BDB-4E79-A496-2BFB5497BC11}" dt="2026-05-31T14:21:11.082" v="9067" actId="478"/>
          <ac:spMkLst>
            <pc:docMk/>
            <pc:sldMk cId="2457856206" sldId="2147483091"/>
            <ac:spMk id="2" creationId="{EDFAE26D-7317-83AB-2C3E-F940020ABD7A}"/>
          </ac:spMkLst>
        </pc:spChg>
        <pc:spChg chg="add del mod">
          <ac:chgData name="Salman Talat" userId="ca7c2171-f5c0-4b38-a6ba-57252b0829e1" providerId="ADAL" clId="{8A9F8B0D-7BDB-4E79-A496-2BFB5497BC11}" dt="2026-05-31T14:21:14.871" v="9068" actId="478"/>
          <ac:spMkLst>
            <pc:docMk/>
            <pc:sldMk cId="2457856206" sldId="2147483091"/>
            <ac:spMk id="4" creationId="{315278D0-29D8-3F80-85DE-43ADF78A1F2E}"/>
          </ac:spMkLst>
        </pc:spChg>
        <pc:spChg chg="add del mod">
          <ac:chgData name="Salman Talat" userId="ca7c2171-f5c0-4b38-a6ba-57252b0829e1" providerId="ADAL" clId="{8A9F8B0D-7BDB-4E79-A496-2BFB5497BC11}" dt="2026-05-31T14:21:14.871" v="9068" actId="478"/>
          <ac:spMkLst>
            <pc:docMk/>
            <pc:sldMk cId="2457856206" sldId="2147483091"/>
            <ac:spMk id="8" creationId="{A73BCFB5-CF84-9008-8224-623D637E9BCC}"/>
          </ac:spMkLst>
        </pc:spChg>
        <pc:spChg chg="del">
          <ac:chgData name="Salman Talat" userId="ca7c2171-f5c0-4b38-a6ba-57252b0829e1" providerId="ADAL" clId="{8A9F8B0D-7BDB-4E79-A496-2BFB5497BC11}" dt="2026-05-31T14:21:11.082" v="9067" actId="478"/>
          <ac:spMkLst>
            <pc:docMk/>
            <pc:sldMk cId="2457856206" sldId="2147483091"/>
            <ac:spMk id="27" creationId="{22337D46-4FD7-9E92-353D-505B41D78675}"/>
          </ac:spMkLst>
        </pc:spChg>
        <pc:spChg chg="mod">
          <ac:chgData name="Salman Talat" userId="ca7c2171-f5c0-4b38-a6ba-57252b0829e1" providerId="ADAL" clId="{8A9F8B0D-7BDB-4E79-A496-2BFB5497BC11}" dt="2026-05-31T14:21:22.896" v="9069" actId="1076"/>
          <ac:spMkLst>
            <pc:docMk/>
            <pc:sldMk cId="2457856206" sldId="2147483091"/>
            <ac:spMk id="1137" creationId="{A88BF46B-A294-DFC8-EA61-5D05168B014C}"/>
          </ac:spMkLst>
        </pc:spChg>
        <pc:spChg chg="mod">
          <ac:chgData name="Salman Talat" userId="ca7c2171-f5c0-4b38-a6ba-57252b0829e1" providerId="ADAL" clId="{8A9F8B0D-7BDB-4E79-A496-2BFB5497BC11}" dt="2026-05-31T14:21:22.896" v="9069" actId="1076"/>
          <ac:spMkLst>
            <pc:docMk/>
            <pc:sldMk cId="2457856206" sldId="2147483091"/>
            <ac:spMk id="1139" creationId="{1CD3F148-8620-A506-2448-0CBCDE4D0258}"/>
          </ac:spMkLst>
        </pc:spChg>
      </pc:sldChg>
      <pc:sldChg chg="addSp delSp modSp add mod modShow">
        <pc:chgData name="Salman Talat" userId="ca7c2171-f5c0-4b38-a6ba-57252b0829e1" providerId="ADAL" clId="{8A9F8B0D-7BDB-4E79-A496-2BFB5497BC11}" dt="2026-05-31T19:09:59.744" v="14623" actId="20577"/>
        <pc:sldMkLst>
          <pc:docMk/>
          <pc:sldMk cId="307484257" sldId="2147483092"/>
        </pc:sldMkLst>
        <pc:spChg chg="add del mod">
          <ac:chgData name="Salman Talat" userId="ca7c2171-f5c0-4b38-a6ba-57252b0829e1" providerId="ADAL" clId="{8A9F8B0D-7BDB-4E79-A496-2BFB5497BC11}" dt="2026-05-31T18:16:24.633" v="11495" actId="478"/>
          <ac:spMkLst>
            <pc:docMk/>
            <pc:sldMk cId="307484257" sldId="2147483092"/>
            <ac:spMk id="2" creationId="{15A2F79A-32E9-19E9-DB71-BE93C9BC425D}"/>
          </ac:spMkLst>
        </pc:spChg>
        <pc:spChg chg="del">
          <ac:chgData name="Salman Talat" userId="ca7c2171-f5c0-4b38-a6ba-57252b0829e1" providerId="ADAL" clId="{8A9F8B0D-7BDB-4E79-A496-2BFB5497BC11}" dt="2026-05-31T18:16:24.633" v="11495" actId="478"/>
          <ac:spMkLst>
            <pc:docMk/>
            <pc:sldMk cId="307484257" sldId="2147483092"/>
            <ac:spMk id="6" creationId="{13BF435B-03DE-EEBE-0AB9-26A37A8B2C6E}"/>
          </ac:spMkLst>
        </pc:spChg>
        <pc:spChg chg="del">
          <ac:chgData name="Salman Talat" userId="ca7c2171-f5c0-4b38-a6ba-57252b0829e1" providerId="ADAL" clId="{8A9F8B0D-7BDB-4E79-A496-2BFB5497BC11}" dt="2026-05-31T18:16:24.633" v="11495" actId="478"/>
          <ac:spMkLst>
            <pc:docMk/>
            <pc:sldMk cId="307484257" sldId="2147483092"/>
            <ac:spMk id="7" creationId="{7BC0A20E-AB55-D02A-C05A-D4F83B15447D}"/>
          </ac:spMkLst>
        </pc:spChg>
        <pc:spChg chg="del">
          <ac:chgData name="Salman Talat" userId="ca7c2171-f5c0-4b38-a6ba-57252b0829e1" providerId="ADAL" clId="{8A9F8B0D-7BDB-4E79-A496-2BFB5497BC11}" dt="2026-05-31T18:16:24.633" v="11495" actId="478"/>
          <ac:spMkLst>
            <pc:docMk/>
            <pc:sldMk cId="307484257" sldId="2147483092"/>
            <ac:spMk id="8" creationId="{18DFCC0A-0633-CB46-8C94-2C2E9C49B152}"/>
          </ac:spMkLst>
        </pc:spChg>
        <pc:spChg chg="add mod">
          <ac:chgData name="Salman Talat" userId="ca7c2171-f5c0-4b38-a6ba-57252b0829e1" providerId="ADAL" clId="{8A9F8B0D-7BDB-4E79-A496-2BFB5497BC11}" dt="2026-05-31T18:28:47.021" v="12614" actId="1036"/>
          <ac:spMkLst>
            <pc:docMk/>
            <pc:sldMk cId="307484257" sldId="2147483092"/>
            <ac:spMk id="9" creationId="{145BA601-59F9-7C17-1EE7-FBB40598D724}"/>
          </ac:spMkLst>
        </pc:spChg>
        <pc:spChg chg="add mod">
          <ac:chgData name="Salman Talat" userId="ca7c2171-f5c0-4b38-a6ba-57252b0829e1" providerId="ADAL" clId="{8A9F8B0D-7BDB-4E79-A496-2BFB5497BC11}" dt="2026-05-31T18:23:19.986" v="12121" actId="20577"/>
          <ac:spMkLst>
            <pc:docMk/>
            <pc:sldMk cId="307484257" sldId="2147483092"/>
            <ac:spMk id="10" creationId="{AC3E221A-AC65-14A0-AEE6-B145479011B0}"/>
          </ac:spMkLst>
        </pc:spChg>
        <pc:spChg chg="add mod">
          <ac:chgData name="Salman Talat" userId="ca7c2171-f5c0-4b38-a6ba-57252b0829e1" providerId="ADAL" clId="{8A9F8B0D-7BDB-4E79-A496-2BFB5497BC11}" dt="2026-05-31T18:28:47.021" v="12614" actId="1036"/>
          <ac:spMkLst>
            <pc:docMk/>
            <pc:sldMk cId="307484257" sldId="2147483092"/>
            <ac:spMk id="11" creationId="{8044661D-7223-9888-67D8-F1FB8B9EB11D}"/>
          </ac:spMkLst>
        </pc:spChg>
        <pc:spChg chg="add mod">
          <ac:chgData name="Salman Talat" userId="ca7c2171-f5c0-4b38-a6ba-57252b0829e1" providerId="ADAL" clId="{8A9F8B0D-7BDB-4E79-A496-2BFB5497BC11}" dt="2026-05-31T18:28:47.021" v="12614" actId="1036"/>
          <ac:spMkLst>
            <pc:docMk/>
            <pc:sldMk cId="307484257" sldId="2147483092"/>
            <ac:spMk id="12" creationId="{B58FBBBB-33AD-CFDE-9B88-18088CF06576}"/>
          </ac:spMkLst>
        </pc:spChg>
        <pc:spChg chg="del">
          <ac:chgData name="Salman Talat" userId="ca7c2171-f5c0-4b38-a6ba-57252b0829e1" providerId="ADAL" clId="{8A9F8B0D-7BDB-4E79-A496-2BFB5497BC11}" dt="2026-05-31T18:16:24.633" v="11495" actId="478"/>
          <ac:spMkLst>
            <pc:docMk/>
            <pc:sldMk cId="307484257" sldId="2147483092"/>
            <ac:spMk id="13" creationId="{36F105F1-4343-700D-81C7-8ABDD9737586}"/>
          </ac:spMkLst>
        </pc:spChg>
        <pc:spChg chg="add mod">
          <ac:chgData name="Salman Talat" userId="ca7c2171-f5c0-4b38-a6ba-57252b0829e1" providerId="ADAL" clId="{8A9F8B0D-7BDB-4E79-A496-2BFB5497BC11}" dt="2026-05-31T18:28:47.021" v="12614" actId="1036"/>
          <ac:spMkLst>
            <pc:docMk/>
            <pc:sldMk cId="307484257" sldId="2147483092"/>
            <ac:spMk id="14" creationId="{A35DEE36-2535-ED25-4C60-722B520CA314}"/>
          </ac:spMkLst>
        </pc:spChg>
        <pc:spChg chg="add mod">
          <ac:chgData name="Salman Talat" userId="ca7c2171-f5c0-4b38-a6ba-57252b0829e1" providerId="ADAL" clId="{8A9F8B0D-7BDB-4E79-A496-2BFB5497BC11}" dt="2026-05-31T18:28:47.021" v="12614" actId="1036"/>
          <ac:spMkLst>
            <pc:docMk/>
            <pc:sldMk cId="307484257" sldId="2147483092"/>
            <ac:spMk id="15" creationId="{B1CED8B1-237E-1316-43DB-D6F39CB996AC}"/>
          </ac:spMkLst>
        </pc:spChg>
        <pc:spChg chg="add mod">
          <ac:chgData name="Salman Talat" userId="ca7c2171-f5c0-4b38-a6ba-57252b0829e1" providerId="ADAL" clId="{8A9F8B0D-7BDB-4E79-A496-2BFB5497BC11}" dt="2026-05-31T19:09:59.744" v="14623" actId="20577"/>
          <ac:spMkLst>
            <pc:docMk/>
            <pc:sldMk cId="307484257" sldId="2147483092"/>
            <ac:spMk id="16" creationId="{F3FDD49B-EEF9-4869-DC44-2EBD5D99DFF2}"/>
          </ac:spMkLst>
        </pc:spChg>
        <pc:spChg chg="add mod">
          <ac:chgData name="Salman Talat" userId="ca7c2171-f5c0-4b38-a6ba-57252b0829e1" providerId="ADAL" clId="{8A9F8B0D-7BDB-4E79-A496-2BFB5497BC11}" dt="2026-05-31T18:27:01.412" v="12608" actId="20577"/>
          <ac:spMkLst>
            <pc:docMk/>
            <pc:sldMk cId="307484257" sldId="2147483092"/>
            <ac:spMk id="17" creationId="{8F333C32-62C3-DE51-DEFC-6BA670E2AC94}"/>
          </ac:spMkLst>
        </pc:spChg>
      </pc:sldChg>
      <pc:sldChg chg="add del mod modShow">
        <pc:chgData name="Salman Talat" userId="ca7c2171-f5c0-4b38-a6ba-57252b0829e1" providerId="ADAL" clId="{8A9F8B0D-7BDB-4E79-A496-2BFB5497BC11}" dt="2026-05-31T19:02:45.602" v="14273" actId="47"/>
        <pc:sldMkLst>
          <pc:docMk/>
          <pc:sldMk cId="204971382" sldId="2147483093"/>
        </pc:sldMkLst>
      </pc:sldChg>
      <pc:sldChg chg="modSp new mod">
        <pc:chgData name="Salman Talat" userId="ca7c2171-f5c0-4b38-a6ba-57252b0829e1" providerId="ADAL" clId="{8A9F8B0D-7BDB-4E79-A496-2BFB5497BC11}" dt="2026-05-31T19:02:11.402" v="14251" actId="20577"/>
        <pc:sldMkLst>
          <pc:docMk/>
          <pc:sldMk cId="1373006871" sldId="2147483094"/>
        </pc:sldMkLst>
        <pc:spChg chg="mod">
          <ac:chgData name="Salman Talat" userId="ca7c2171-f5c0-4b38-a6ba-57252b0829e1" providerId="ADAL" clId="{8A9F8B0D-7BDB-4E79-A496-2BFB5497BC11}" dt="2026-05-31T19:01:06.617" v="14078" actId="20577"/>
          <ac:spMkLst>
            <pc:docMk/>
            <pc:sldMk cId="1373006871" sldId="2147483094"/>
            <ac:spMk id="2" creationId="{F6CC7037-C4D8-3A69-F70F-710DC2E87188}"/>
          </ac:spMkLst>
        </pc:spChg>
        <pc:spChg chg="mod">
          <ac:chgData name="Salman Talat" userId="ca7c2171-f5c0-4b38-a6ba-57252b0829e1" providerId="ADAL" clId="{8A9F8B0D-7BDB-4E79-A496-2BFB5497BC11}" dt="2026-05-31T19:01:08.639" v="14080" actId="20577"/>
          <ac:spMkLst>
            <pc:docMk/>
            <pc:sldMk cId="1373006871" sldId="2147483094"/>
            <ac:spMk id="3" creationId="{13DE46F3-CD3C-D468-EF67-10186EE68806}"/>
          </ac:spMkLst>
        </pc:spChg>
        <pc:spChg chg="mod">
          <ac:chgData name="Salman Talat" userId="ca7c2171-f5c0-4b38-a6ba-57252b0829e1" providerId="ADAL" clId="{8A9F8B0D-7BDB-4E79-A496-2BFB5497BC11}" dt="2026-05-31T19:01:14.558" v="14099" actId="20577"/>
          <ac:spMkLst>
            <pc:docMk/>
            <pc:sldMk cId="1373006871" sldId="2147483094"/>
            <ac:spMk id="4" creationId="{48F006C3-8B85-4726-66B0-DFD169D04836}"/>
          </ac:spMkLst>
        </pc:spChg>
        <pc:spChg chg="mod">
          <ac:chgData name="Salman Talat" userId="ca7c2171-f5c0-4b38-a6ba-57252b0829e1" providerId="ADAL" clId="{8A9F8B0D-7BDB-4E79-A496-2BFB5497BC11}" dt="2026-05-31T19:01:20.321" v="14111" actId="20577"/>
          <ac:spMkLst>
            <pc:docMk/>
            <pc:sldMk cId="1373006871" sldId="2147483094"/>
            <ac:spMk id="5" creationId="{375E9EE2-E976-2CA4-36E2-2DB980FAA7F2}"/>
          </ac:spMkLst>
        </pc:spChg>
        <pc:spChg chg="mod">
          <ac:chgData name="Salman Talat" userId="ca7c2171-f5c0-4b38-a6ba-57252b0829e1" providerId="ADAL" clId="{8A9F8B0D-7BDB-4E79-A496-2BFB5497BC11}" dt="2026-05-31T19:01:38.336" v="14124" actId="20577"/>
          <ac:spMkLst>
            <pc:docMk/>
            <pc:sldMk cId="1373006871" sldId="2147483094"/>
            <ac:spMk id="6" creationId="{6BE820AB-FB98-A99E-2004-31FEF917B437}"/>
          </ac:spMkLst>
        </pc:spChg>
        <pc:spChg chg="mod">
          <ac:chgData name="Salman Talat" userId="ca7c2171-f5c0-4b38-a6ba-57252b0829e1" providerId="ADAL" clId="{8A9F8B0D-7BDB-4E79-A496-2BFB5497BC11}" dt="2026-05-31T19:01:12.229" v="14097" actId="20577"/>
          <ac:spMkLst>
            <pc:docMk/>
            <pc:sldMk cId="1373006871" sldId="2147483094"/>
            <ac:spMk id="9" creationId="{8516718A-6794-08FE-669C-CE6687C286F4}"/>
          </ac:spMkLst>
        </pc:spChg>
        <pc:spChg chg="mod">
          <ac:chgData name="Salman Talat" userId="ca7c2171-f5c0-4b38-a6ba-57252b0829e1" providerId="ADAL" clId="{8A9F8B0D-7BDB-4E79-A496-2BFB5497BC11}" dt="2026-05-31T19:01:17.639" v="14109" actId="20577"/>
          <ac:spMkLst>
            <pc:docMk/>
            <pc:sldMk cId="1373006871" sldId="2147483094"/>
            <ac:spMk id="10" creationId="{314B30B3-84D8-F5B7-D5E2-83E0B4FC6986}"/>
          </ac:spMkLst>
        </pc:spChg>
        <pc:spChg chg="mod">
          <ac:chgData name="Salman Talat" userId="ca7c2171-f5c0-4b38-a6ba-57252b0829e1" providerId="ADAL" clId="{8A9F8B0D-7BDB-4E79-A496-2BFB5497BC11}" dt="2026-05-31T19:01:29.735" v="14122" actId="20577"/>
          <ac:spMkLst>
            <pc:docMk/>
            <pc:sldMk cId="1373006871" sldId="2147483094"/>
            <ac:spMk id="11" creationId="{6441C1F9-FBA5-6685-78E7-0CE583841812}"/>
          </ac:spMkLst>
        </pc:spChg>
        <pc:spChg chg="mod">
          <ac:chgData name="Salman Talat" userId="ca7c2171-f5c0-4b38-a6ba-57252b0829e1" providerId="ADAL" clId="{8A9F8B0D-7BDB-4E79-A496-2BFB5497BC11}" dt="2026-05-31T19:02:11.402" v="14251" actId="20577"/>
          <ac:spMkLst>
            <pc:docMk/>
            <pc:sldMk cId="1373006871" sldId="2147483094"/>
            <ac:spMk id="12" creationId="{522231A7-CB56-CDD8-AF5A-58AFEF5A4B87}"/>
          </ac:spMkLst>
        </pc:spChg>
      </pc:sldChg>
      <pc:sldChg chg="modSp add mod">
        <pc:chgData name="Salman Talat" userId="ca7c2171-f5c0-4b38-a6ba-57252b0829e1" providerId="ADAL" clId="{8A9F8B0D-7BDB-4E79-A496-2BFB5497BC11}" dt="2026-05-31T19:02:32.101" v="14271" actId="20577"/>
        <pc:sldMkLst>
          <pc:docMk/>
          <pc:sldMk cId="890069189" sldId="2147483095"/>
        </pc:sldMkLst>
        <pc:spChg chg="mod">
          <ac:chgData name="Salman Talat" userId="ca7c2171-f5c0-4b38-a6ba-57252b0829e1" providerId="ADAL" clId="{8A9F8B0D-7BDB-4E79-A496-2BFB5497BC11}" dt="2026-05-31T19:02:29.960" v="14269" actId="20577"/>
          <ac:spMkLst>
            <pc:docMk/>
            <pc:sldMk cId="890069189" sldId="2147483095"/>
            <ac:spMk id="4" creationId="{A2B5E7A1-DE65-0495-3762-545C65FF95F1}"/>
          </ac:spMkLst>
        </pc:spChg>
        <pc:spChg chg="mod">
          <ac:chgData name="Salman Talat" userId="ca7c2171-f5c0-4b38-a6ba-57252b0829e1" providerId="ADAL" clId="{8A9F8B0D-7BDB-4E79-A496-2BFB5497BC11}" dt="2026-05-31T19:02:32.101" v="14271" actId="20577"/>
          <ac:spMkLst>
            <pc:docMk/>
            <pc:sldMk cId="890069189" sldId="2147483095"/>
            <ac:spMk id="6" creationId="{98FA6F2C-E626-FFA2-A221-CCC40E160F56}"/>
          </ac:spMkLst>
        </pc:spChg>
      </pc:sldChg>
      <pc:sldChg chg="modSp new mod">
        <pc:chgData name="Salman Talat" userId="ca7c2171-f5c0-4b38-a6ba-57252b0829e1" providerId="ADAL" clId="{8A9F8B0D-7BDB-4E79-A496-2BFB5497BC11}" dt="2026-05-31T19:03:55.672" v="14356" actId="13926"/>
        <pc:sldMkLst>
          <pc:docMk/>
          <pc:sldMk cId="111003335" sldId="2147483096"/>
        </pc:sldMkLst>
        <pc:spChg chg="mod">
          <ac:chgData name="Salman Talat" userId="ca7c2171-f5c0-4b38-a6ba-57252b0829e1" providerId="ADAL" clId="{8A9F8B0D-7BDB-4E79-A496-2BFB5497BC11}" dt="2026-05-31T19:03:55.672" v="14356" actId="13926"/>
          <ac:spMkLst>
            <pc:docMk/>
            <pc:sldMk cId="111003335" sldId="2147483096"/>
            <ac:spMk id="2" creationId="{D755DDAF-A635-9B71-16CA-3BB563AF9B2C}"/>
          </ac:spMkLst>
        </pc:spChg>
      </pc:sldChg>
      <pc:sldMasterChg chg="delSldLayout">
        <pc:chgData name="Salman Talat" userId="ca7c2171-f5c0-4b38-a6ba-57252b0829e1" providerId="ADAL" clId="{8A9F8B0D-7BDB-4E79-A496-2BFB5497BC11}" dt="2026-05-30T22:25:22.963" v="4709" actId="47"/>
        <pc:sldMasterMkLst>
          <pc:docMk/>
          <pc:sldMasterMk cId="3548355944" sldId="2147483836"/>
        </pc:sldMasterMkLst>
        <pc:sldLayoutChg chg="del">
          <pc:chgData name="Salman Talat" userId="ca7c2171-f5c0-4b38-a6ba-57252b0829e1" providerId="ADAL" clId="{8A9F8B0D-7BDB-4E79-A496-2BFB5497BC11}" dt="2026-05-30T22:25:22.963" v="4709" actId="47"/>
          <pc:sldLayoutMkLst>
            <pc:docMk/>
            <pc:sldMasterMk cId="3548355944" sldId="2147483836"/>
            <pc:sldLayoutMk cId="1391054911" sldId="2147483923"/>
          </pc:sldLayoutMkLst>
        </pc:sldLayoutChg>
      </pc:sldMasterChg>
    </pc:docChg>
  </pc:docChgLst>
  <pc:docChgLst>
    <pc:chgData name="Shaz Jaffer" userId="S::shaz_jaffer@firstderivative.com::637f0303-e36d-4f19-b759-6fcd166dfde4" providerId="AD" clId="Web-{9A51589B-9E48-B746-9CE5-3B3BA9734EF3}"/>
    <pc:docChg chg="addSld delSld modSld">
      <pc:chgData name="Shaz Jaffer" userId="S::shaz_jaffer@firstderivative.com::637f0303-e36d-4f19-b759-6fcd166dfde4" providerId="AD" clId="Web-{9A51589B-9E48-B746-9CE5-3B3BA9734EF3}" dt="2026-05-26T21:47:34.824" v="8"/>
      <pc:docMkLst>
        <pc:docMk/>
      </pc:docMkLst>
      <pc:sldChg chg="modSp add">
        <pc:chgData name="Shaz Jaffer" userId="S::shaz_jaffer@firstderivative.com::637f0303-e36d-4f19-b759-6fcd166dfde4" providerId="AD" clId="Web-{9A51589B-9E48-B746-9CE5-3B3BA9734EF3}" dt="2026-05-26T21:47:34.824" v="8"/>
        <pc:sldMkLst>
          <pc:docMk/>
          <pc:sldMk cId="638861260" sldId="317"/>
        </pc:sldMkLst>
        <pc:spChg chg="mod">
          <ac:chgData name="Shaz Jaffer" userId="S::shaz_jaffer@firstderivative.com::637f0303-e36d-4f19-b759-6fcd166dfde4" providerId="AD" clId="Web-{9A51589B-9E48-B746-9CE5-3B3BA9734EF3}" dt="2026-05-26T21:47:26.824" v="6"/>
          <ac:spMkLst>
            <pc:docMk/>
            <pc:sldMk cId="638861260" sldId="317"/>
            <ac:spMk id="7" creationId="{F79C884A-AD07-AECB-702C-C8C43EE37D82}"/>
          </ac:spMkLst>
        </pc:spChg>
        <pc:spChg chg="mod">
          <ac:chgData name="Shaz Jaffer" userId="S::shaz_jaffer@firstderivative.com::637f0303-e36d-4f19-b759-6fcd166dfde4" providerId="AD" clId="Web-{9A51589B-9E48-B746-9CE5-3B3BA9734EF3}" dt="2026-05-26T21:47:31.636" v="7"/>
          <ac:spMkLst>
            <pc:docMk/>
            <pc:sldMk cId="638861260" sldId="317"/>
            <ac:spMk id="8" creationId="{EA9DA647-A171-ECC8-85BD-BC71AA553A98}"/>
          </ac:spMkLst>
        </pc:spChg>
        <pc:spChg chg="mod">
          <ac:chgData name="Shaz Jaffer" userId="S::shaz_jaffer@firstderivative.com::637f0303-e36d-4f19-b759-6fcd166dfde4" providerId="AD" clId="Web-{9A51589B-9E48-B746-9CE5-3B3BA9734EF3}" dt="2026-05-26T21:47:34.824" v="8"/>
          <ac:spMkLst>
            <pc:docMk/>
            <pc:sldMk cId="638861260" sldId="317"/>
            <ac:spMk id="9" creationId="{8662A2B2-4B5D-4C74-393F-2A224C824748}"/>
          </ac:spMkLst>
        </pc:spChg>
        <pc:spChg chg="mod">
          <ac:chgData name="Shaz Jaffer" userId="S::shaz_jaffer@firstderivative.com::637f0303-e36d-4f19-b759-6fcd166dfde4" providerId="AD" clId="Web-{9A51589B-9E48-B746-9CE5-3B3BA9734EF3}" dt="2026-05-26T21:47:15.292" v="5"/>
          <ac:spMkLst>
            <pc:docMk/>
            <pc:sldMk cId="638861260" sldId="317"/>
            <ac:spMk id="10" creationId="{33B0FA48-50C7-CD91-D2BF-ADA7145B89D9}"/>
          </ac:spMkLst>
        </pc:spChg>
      </pc:sldChg>
      <pc:sldChg chg="add">
        <pc:chgData name="Shaz Jaffer" userId="S::shaz_jaffer@firstderivative.com::637f0303-e36d-4f19-b759-6fcd166dfde4" providerId="AD" clId="Web-{9A51589B-9E48-B746-9CE5-3B3BA9734EF3}" dt="2026-05-26T21:44:55.335" v="2"/>
        <pc:sldMkLst>
          <pc:docMk/>
          <pc:sldMk cId="2522590385" sldId="320"/>
        </pc:sldMkLst>
      </pc:sldChg>
      <pc:sldChg chg="add">
        <pc:chgData name="Shaz Jaffer" userId="S::shaz_jaffer@firstderivative.com::637f0303-e36d-4f19-b759-6fcd166dfde4" providerId="AD" clId="Web-{9A51589B-9E48-B746-9CE5-3B3BA9734EF3}" dt="2026-05-26T20:54:15.647" v="0"/>
        <pc:sldMkLst>
          <pc:docMk/>
          <pc:sldMk cId="622393654" sldId="2146846660"/>
        </pc:sldMkLst>
      </pc:sldChg>
      <pc:sldMasterChg chg="addSldLayout">
        <pc:chgData name="Shaz Jaffer" userId="S::shaz_jaffer@firstderivative.com::637f0303-e36d-4f19-b759-6fcd166dfde4" providerId="AD" clId="Web-{9A51589B-9E48-B746-9CE5-3B3BA9734EF3}" dt="2026-05-26T21:44:55.335" v="2"/>
        <pc:sldMasterMkLst>
          <pc:docMk/>
          <pc:sldMasterMk cId="702667857" sldId="2147483907"/>
        </pc:sldMasterMkLst>
        <pc:sldLayoutChg chg="add">
          <pc:chgData name="Shaz Jaffer" userId="S::shaz_jaffer@firstderivative.com::637f0303-e36d-4f19-b759-6fcd166dfde4" providerId="AD" clId="Web-{9A51589B-9E48-B746-9CE5-3B3BA9734EF3}" dt="2026-05-26T20:54:15.647" v="0"/>
          <pc:sldLayoutMkLst>
            <pc:docMk/>
            <pc:sldMasterMk cId="702667857" sldId="2147483907"/>
            <pc:sldLayoutMk cId="1557193847" sldId="2147483909"/>
          </pc:sldLayoutMkLst>
        </pc:sldLayoutChg>
        <pc:sldLayoutChg chg="add">
          <pc:chgData name="Shaz Jaffer" userId="S::shaz_jaffer@firstderivative.com::637f0303-e36d-4f19-b759-6fcd166dfde4" providerId="AD" clId="Web-{9A51589B-9E48-B746-9CE5-3B3BA9734EF3}" dt="2026-05-26T20:54:15.865" v="1"/>
          <pc:sldLayoutMkLst>
            <pc:docMk/>
            <pc:sldMasterMk cId="702667857" sldId="2147483907"/>
            <pc:sldLayoutMk cId="3807839657" sldId="2147483910"/>
          </pc:sldLayoutMkLst>
        </pc:sldLayoutChg>
        <pc:sldLayoutChg chg="add">
          <pc:chgData name="Shaz Jaffer" userId="S::shaz_jaffer@firstderivative.com::637f0303-e36d-4f19-b759-6fcd166dfde4" providerId="AD" clId="Web-{9A51589B-9E48-B746-9CE5-3B3BA9734EF3}" dt="2026-05-26T21:44:55.335" v="2"/>
          <pc:sldLayoutMkLst>
            <pc:docMk/>
            <pc:sldMasterMk cId="702667857" sldId="2147483907"/>
            <pc:sldLayoutMk cId="2353543368" sldId="2147483911"/>
          </pc:sldLayoutMkLst>
        </pc:sldLayoutChg>
      </pc:sldMasterChg>
    </pc:docChg>
  </pc:docChgLst>
  <pc:docChgLst>
    <pc:chgData name="Samson Chan" userId="f4d62afc-1a70-459b-998c-a66bfcef72c8" providerId="ADAL" clId="{93CAF6D7-2BA5-48B2-B46F-260C4961391A}"/>
    <pc:docChg chg="undo custSel modSld">
      <pc:chgData name="Samson Chan" userId="f4d62afc-1a70-459b-998c-a66bfcef72c8" providerId="ADAL" clId="{93CAF6D7-2BA5-48B2-B46F-260C4961391A}" dt="2026-05-28T22:11:51.721" v="8" actId="1076"/>
      <pc:docMkLst>
        <pc:docMk/>
      </pc:docMkLst>
      <pc:sldChg chg="modSp mod">
        <pc:chgData name="Samson Chan" userId="f4d62afc-1a70-459b-998c-a66bfcef72c8" providerId="ADAL" clId="{93CAF6D7-2BA5-48B2-B46F-260C4961391A}" dt="2026-05-28T22:11:51.721" v="8" actId="1076"/>
        <pc:sldMkLst>
          <pc:docMk/>
          <pc:sldMk cId="638861260" sldId="317"/>
        </pc:sldMkLst>
        <pc:spChg chg="mod">
          <ac:chgData name="Samson Chan" userId="f4d62afc-1a70-459b-998c-a66bfcef72c8" providerId="ADAL" clId="{93CAF6D7-2BA5-48B2-B46F-260C4961391A}" dt="2026-05-28T22:11:24.305" v="4" actId="14100"/>
          <ac:spMkLst>
            <pc:docMk/>
            <pc:sldMk cId="638861260" sldId="317"/>
            <ac:spMk id="15" creationId="{B788CB5C-9011-46FF-9965-D97BCA0D99A8}"/>
          </ac:spMkLst>
        </pc:spChg>
        <pc:spChg chg="mod">
          <ac:chgData name="Samson Chan" userId="f4d62afc-1a70-459b-998c-a66bfcef72c8" providerId="ADAL" clId="{93CAF6D7-2BA5-48B2-B46F-260C4961391A}" dt="2026-05-28T22:11:46.179" v="7" actId="108"/>
          <ac:spMkLst>
            <pc:docMk/>
            <pc:sldMk cId="638861260" sldId="317"/>
            <ac:spMk id="28" creationId="{49EFBD30-0E7D-4AC3-8607-068D178ED0A9}"/>
          </ac:spMkLst>
        </pc:spChg>
        <pc:spChg chg="mod">
          <ac:chgData name="Samson Chan" userId="f4d62afc-1a70-459b-998c-a66bfcef72c8" providerId="ADAL" clId="{93CAF6D7-2BA5-48B2-B46F-260C4961391A}" dt="2026-05-28T22:11:38.595" v="5" actId="108"/>
          <ac:spMkLst>
            <pc:docMk/>
            <pc:sldMk cId="638861260" sldId="317"/>
            <ac:spMk id="29" creationId="{9D3EBE82-C014-4DC4-A8C9-A07F54150148}"/>
          </ac:spMkLst>
        </pc:spChg>
        <pc:spChg chg="mod">
          <ac:chgData name="Samson Chan" userId="f4d62afc-1a70-459b-998c-a66bfcef72c8" providerId="ADAL" clId="{93CAF6D7-2BA5-48B2-B46F-260C4961391A}" dt="2026-05-28T22:11:51.721" v="8" actId="1076"/>
          <ac:spMkLst>
            <pc:docMk/>
            <pc:sldMk cId="638861260" sldId="317"/>
            <ac:spMk id="115" creationId="{0A2FB9CE-90A7-467E-A405-6040654CE5A5}"/>
          </ac:spMkLst>
        </pc:spChg>
      </pc:sldChg>
      <pc:sldChg chg="modSp mod">
        <pc:chgData name="Samson Chan" userId="f4d62afc-1a70-459b-998c-a66bfcef72c8" providerId="ADAL" clId="{93CAF6D7-2BA5-48B2-B46F-260C4961391A}" dt="2026-05-28T21:56:58.707" v="3" actId="20577"/>
        <pc:sldMkLst>
          <pc:docMk/>
          <pc:sldMk cId="1988610374" sldId="2146846672"/>
        </pc:sldMkLst>
        <pc:spChg chg="mod">
          <ac:chgData name="Samson Chan" userId="f4d62afc-1a70-459b-998c-a66bfcef72c8" providerId="ADAL" clId="{93CAF6D7-2BA5-48B2-B46F-260C4961391A}" dt="2026-05-28T21:56:58.707" v="3" actId="20577"/>
          <ac:spMkLst>
            <pc:docMk/>
            <pc:sldMk cId="1988610374" sldId="2146846672"/>
            <ac:spMk id="16" creationId="{5FDBC41D-6083-0CAA-1DFC-1421CC758B4F}"/>
          </ac:spMkLst>
        </pc:spChg>
      </pc:sldChg>
    </pc:docChg>
  </pc:docChgLst>
  <pc:docChgLst>
    <pc:chgData name="Lev Chigrin" userId="71c5d531-6ac7-4781-8bc2-762ba2fdd04f" providerId="ADAL" clId="{2298326D-49C2-42A8-B82F-064ABC50E628}"/>
    <pc:docChg chg="undo custSel addSld delSld modSld sldOrd addMainMaster delMainMaster modMainMaster">
      <pc:chgData name="Lev Chigrin" userId="71c5d531-6ac7-4781-8bc2-762ba2fdd04f" providerId="ADAL" clId="{2298326D-49C2-42A8-B82F-064ABC50E628}" dt="2026-05-29T14:17:07.600" v="915"/>
      <pc:docMkLst>
        <pc:docMk/>
      </pc:docMkLst>
      <pc:sldChg chg="add">
        <pc:chgData name="Lev Chigrin" userId="71c5d531-6ac7-4781-8bc2-762ba2fdd04f" providerId="ADAL" clId="{2298326D-49C2-42A8-B82F-064ABC50E628}" dt="2026-05-27T12:24:37.334" v="284"/>
        <pc:sldMkLst>
          <pc:docMk/>
          <pc:sldMk cId="3362123450" sldId="256"/>
        </pc:sldMkLst>
      </pc:sldChg>
      <pc:sldChg chg="addSp delSp modSp new mod">
        <pc:chgData name="Lev Chigrin" userId="71c5d531-6ac7-4781-8bc2-762ba2fdd04f" providerId="ADAL" clId="{2298326D-49C2-42A8-B82F-064ABC50E628}" dt="2026-05-29T14:15:13.532" v="914" actId="1076"/>
        <pc:sldMkLst>
          <pc:docMk/>
          <pc:sldMk cId="3653762734" sldId="265"/>
        </pc:sldMkLst>
        <pc:spChg chg="mod">
          <ac:chgData name="Lev Chigrin" userId="71c5d531-6ac7-4781-8bc2-762ba2fdd04f" providerId="ADAL" clId="{2298326D-49C2-42A8-B82F-064ABC50E628}" dt="2026-05-25T12:36:26.260" v="94" actId="20577"/>
          <ac:spMkLst>
            <pc:docMk/>
            <pc:sldMk cId="3653762734" sldId="265"/>
            <ac:spMk id="2" creationId="{C56B2C0F-08AD-C0C6-50DE-F3279B7FF1A1}"/>
          </ac:spMkLst>
        </pc:spChg>
      </pc:sldChg>
      <pc:sldChg chg="addSp delSp modSp new mod modClrScheme chgLayout">
        <pc:chgData name="Lev Chigrin" userId="71c5d531-6ac7-4781-8bc2-762ba2fdd04f" providerId="ADAL" clId="{2298326D-49C2-42A8-B82F-064ABC50E628}" dt="2026-05-25T12:37:20.121" v="119" actId="20577"/>
        <pc:sldMkLst>
          <pc:docMk/>
          <pc:sldMk cId="3940893885" sldId="267"/>
        </pc:sldMkLst>
        <pc:spChg chg="add mod ord">
          <ac:chgData name="Lev Chigrin" userId="71c5d531-6ac7-4781-8bc2-762ba2fdd04f" providerId="ADAL" clId="{2298326D-49C2-42A8-B82F-064ABC50E628}" dt="2026-05-25T12:37:20.121" v="119" actId="20577"/>
          <ac:spMkLst>
            <pc:docMk/>
            <pc:sldMk cId="3940893885" sldId="267"/>
            <ac:spMk id="4" creationId="{8E3759B9-CC7B-E17A-FCCE-8524F73B6AFB}"/>
          </ac:spMkLst>
        </pc:spChg>
        <pc:spChg chg="add mod ord">
          <ac:chgData name="Lev Chigrin" userId="71c5d531-6ac7-4781-8bc2-762ba2fdd04f" providerId="ADAL" clId="{2298326D-49C2-42A8-B82F-064ABC50E628}" dt="2026-05-25T12:37:16.654" v="109" actId="700"/>
          <ac:spMkLst>
            <pc:docMk/>
            <pc:sldMk cId="3940893885" sldId="267"/>
            <ac:spMk id="5" creationId="{6041EBF8-5688-6410-D54F-B544D8EA70ED}"/>
          </ac:spMkLst>
        </pc:spChg>
        <pc:spChg chg="add mod ord">
          <ac:chgData name="Lev Chigrin" userId="71c5d531-6ac7-4781-8bc2-762ba2fdd04f" providerId="ADAL" clId="{2298326D-49C2-42A8-B82F-064ABC50E628}" dt="2026-05-25T12:37:16.654" v="109" actId="700"/>
          <ac:spMkLst>
            <pc:docMk/>
            <pc:sldMk cId="3940893885" sldId="267"/>
            <ac:spMk id="6" creationId="{AEE9E8B0-398B-0730-BB21-7D003C62D561}"/>
          </ac:spMkLst>
        </pc:spChg>
      </pc:sldChg>
      <pc:sldChg chg="add">
        <pc:chgData name="Lev Chigrin" userId="71c5d531-6ac7-4781-8bc2-762ba2fdd04f" providerId="ADAL" clId="{2298326D-49C2-42A8-B82F-064ABC50E628}" dt="2026-05-25T12:37:31.601" v="122"/>
        <pc:sldMkLst>
          <pc:docMk/>
          <pc:sldMk cId="4025273908" sldId="268"/>
        </pc:sldMkLst>
      </pc:sldChg>
      <pc:sldChg chg="modSp add mod">
        <pc:chgData name="Lev Chigrin" userId="71c5d531-6ac7-4781-8bc2-762ba2fdd04f" providerId="ADAL" clId="{2298326D-49C2-42A8-B82F-064ABC50E628}" dt="2026-05-28T13:00:44.704" v="733" actId="26606"/>
        <pc:sldMkLst>
          <pc:docMk/>
          <pc:sldMk cId="2305802403" sldId="269"/>
        </pc:sldMkLst>
        <pc:picChg chg="mod">
          <ac:chgData name="Lev Chigrin" userId="71c5d531-6ac7-4781-8bc2-762ba2fdd04f" providerId="ADAL" clId="{2298326D-49C2-42A8-B82F-064ABC50E628}" dt="2026-05-28T13:00:44.704" v="733" actId="26606"/>
          <ac:picMkLst>
            <pc:docMk/>
            <pc:sldMk cId="2305802403" sldId="269"/>
            <ac:picMk id="38" creationId="{74D53BF4-6DB9-1EAE-4A1A-ECDDEF7A4F5B}"/>
          </ac:picMkLst>
        </pc:picChg>
        <pc:picChg chg="mod">
          <ac:chgData name="Lev Chigrin" userId="71c5d531-6ac7-4781-8bc2-762ba2fdd04f" providerId="ADAL" clId="{2298326D-49C2-42A8-B82F-064ABC50E628}" dt="2026-05-28T13:00:44.704" v="733" actId="26606"/>
          <ac:picMkLst>
            <pc:docMk/>
            <pc:sldMk cId="2305802403" sldId="269"/>
            <ac:picMk id="66" creationId="{DC269424-97A7-62AF-EABE-09636C4F6322}"/>
          </ac:picMkLst>
        </pc:picChg>
        <pc:picChg chg="mod">
          <ac:chgData name="Lev Chigrin" userId="71c5d531-6ac7-4781-8bc2-762ba2fdd04f" providerId="ADAL" clId="{2298326D-49C2-42A8-B82F-064ABC50E628}" dt="2026-05-28T13:00:44.704" v="733" actId="26606"/>
          <ac:picMkLst>
            <pc:docMk/>
            <pc:sldMk cId="2305802403" sldId="269"/>
            <ac:picMk id="74" creationId="{3F2BFA69-A823-1D8B-0008-CF47DC8FE10E}"/>
          </ac:picMkLst>
        </pc:picChg>
        <pc:picChg chg="add mod">
          <ac:chgData name="Lev Chigrin" userId="71c5d531-6ac7-4781-8bc2-762ba2fdd04f" providerId="ADAL" clId="{2298326D-49C2-42A8-B82F-064ABC50E628}" dt="2026-05-28T13:00:44.704" v="733" actId="26606"/>
          <ac:picMkLst>
            <pc:docMk/>
            <pc:sldMk cId="2305802403" sldId="269"/>
            <ac:picMk id="78" creationId="{D40C6C4B-A380-601E-9DE1-C9F7B8FE6D25}"/>
          </ac:picMkLst>
        </pc:picChg>
        <pc:picChg chg="add mod">
          <ac:chgData name="Lev Chigrin" userId="71c5d531-6ac7-4781-8bc2-762ba2fdd04f" providerId="ADAL" clId="{2298326D-49C2-42A8-B82F-064ABC50E628}" dt="2026-05-28T13:00:44.704" v="733" actId="26606"/>
          <ac:picMkLst>
            <pc:docMk/>
            <pc:sldMk cId="2305802403" sldId="269"/>
            <ac:picMk id="85" creationId="{57FF0605-FA2D-70E8-4FED-F3AB1834078F}"/>
          </ac:picMkLst>
        </pc:picChg>
        <pc:picChg chg="mod">
          <ac:chgData name="Lev Chigrin" userId="71c5d531-6ac7-4781-8bc2-762ba2fdd04f" providerId="ADAL" clId="{2298326D-49C2-42A8-B82F-064ABC50E628}" dt="2026-05-28T13:00:44.704" v="733" actId="26606"/>
          <ac:picMkLst>
            <pc:docMk/>
            <pc:sldMk cId="2305802403" sldId="269"/>
            <ac:picMk id="109" creationId="{4C6E4248-5564-E46E-1661-5A7FCD6B3CF1}"/>
          </ac:picMkLst>
        </pc:picChg>
        <pc:picChg chg="mod">
          <ac:chgData name="Lev Chigrin" userId="71c5d531-6ac7-4781-8bc2-762ba2fdd04f" providerId="ADAL" clId="{2298326D-49C2-42A8-B82F-064ABC50E628}" dt="2026-05-28T13:00:44.704" v="733" actId="26606"/>
          <ac:picMkLst>
            <pc:docMk/>
            <pc:sldMk cId="2305802403" sldId="269"/>
            <ac:picMk id="125" creationId="{820B0EFE-898F-AC4E-7EB7-0B3D6FFA2CFD}"/>
          </ac:picMkLst>
        </pc:picChg>
        <pc:picChg chg="mod">
          <ac:chgData name="Lev Chigrin" userId="71c5d531-6ac7-4781-8bc2-762ba2fdd04f" providerId="ADAL" clId="{2298326D-49C2-42A8-B82F-064ABC50E628}" dt="2026-05-28T13:00:44.704" v="733" actId="26606"/>
          <ac:picMkLst>
            <pc:docMk/>
            <pc:sldMk cId="2305802403" sldId="269"/>
            <ac:picMk id="132" creationId="{51F7E6BE-ECE8-15D3-E0BE-5F564E463A23}"/>
          </ac:picMkLst>
        </pc:picChg>
        <pc:picChg chg="mod">
          <ac:chgData name="Lev Chigrin" userId="71c5d531-6ac7-4781-8bc2-762ba2fdd04f" providerId="ADAL" clId="{2298326D-49C2-42A8-B82F-064ABC50E628}" dt="2026-05-28T13:00:44.704" v="733" actId="26606"/>
          <ac:picMkLst>
            <pc:docMk/>
            <pc:sldMk cId="2305802403" sldId="269"/>
            <ac:picMk id="134" creationId="{B42018F0-89D1-036B-97FE-F10EE368FBBB}"/>
          </ac:picMkLst>
        </pc:picChg>
        <pc:picChg chg="mod">
          <ac:chgData name="Lev Chigrin" userId="71c5d531-6ac7-4781-8bc2-762ba2fdd04f" providerId="ADAL" clId="{2298326D-49C2-42A8-B82F-064ABC50E628}" dt="2026-05-28T13:00:44.704" v="733" actId="26606"/>
          <ac:picMkLst>
            <pc:docMk/>
            <pc:sldMk cId="2305802403" sldId="269"/>
            <ac:picMk id="135" creationId="{8C8058D8-7753-5976-39BF-8DDD70E09988}"/>
          </ac:picMkLst>
        </pc:picChg>
      </pc:sldChg>
      <pc:sldChg chg="add">
        <pc:chgData name="Lev Chigrin" userId="71c5d531-6ac7-4781-8bc2-762ba2fdd04f" providerId="ADAL" clId="{2298326D-49C2-42A8-B82F-064ABC50E628}" dt="2026-05-25T12:37:50.931" v="125"/>
        <pc:sldMkLst>
          <pc:docMk/>
          <pc:sldMk cId="3459110436" sldId="271"/>
        </pc:sldMkLst>
      </pc:sldChg>
      <pc:sldChg chg="addSp delSp modSp new mod modClrScheme chgLayout">
        <pc:chgData name="Lev Chigrin" userId="71c5d531-6ac7-4781-8bc2-762ba2fdd04f" providerId="ADAL" clId="{2298326D-49C2-42A8-B82F-064ABC50E628}" dt="2026-05-26T12:41:27.717" v="242" actId="20577"/>
        <pc:sldMkLst>
          <pc:docMk/>
          <pc:sldMk cId="3416228853" sldId="273"/>
        </pc:sldMkLst>
        <pc:spChg chg="add mod ord">
          <ac:chgData name="Lev Chigrin" userId="71c5d531-6ac7-4781-8bc2-762ba2fdd04f" providerId="ADAL" clId="{2298326D-49C2-42A8-B82F-064ABC50E628}" dt="2026-05-26T12:41:27.717" v="242" actId="20577"/>
          <ac:spMkLst>
            <pc:docMk/>
            <pc:sldMk cId="3416228853" sldId="273"/>
            <ac:spMk id="8" creationId="{09A88852-CF81-FA19-0114-AB39993D90E9}"/>
          </ac:spMkLst>
        </pc:spChg>
        <pc:spChg chg="add mod ord">
          <ac:chgData name="Lev Chigrin" userId="71c5d531-6ac7-4781-8bc2-762ba2fdd04f" providerId="ADAL" clId="{2298326D-49C2-42A8-B82F-064ABC50E628}" dt="2026-05-26T12:41:01.967" v="233" actId="700"/>
          <ac:spMkLst>
            <pc:docMk/>
            <pc:sldMk cId="3416228853" sldId="273"/>
            <ac:spMk id="9" creationId="{7369A275-BCD2-20D0-907C-89E8FD84C7D3}"/>
          </ac:spMkLst>
        </pc:spChg>
        <pc:spChg chg="add mod ord">
          <ac:chgData name="Lev Chigrin" userId="71c5d531-6ac7-4781-8bc2-762ba2fdd04f" providerId="ADAL" clId="{2298326D-49C2-42A8-B82F-064ABC50E628}" dt="2026-05-26T12:41:01.967" v="233" actId="700"/>
          <ac:spMkLst>
            <pc:docMk/>
            <pc:sldMk cId="3416228853" sldId="273"/>
            <ac:spMk id="10" creationId="{E17096F7-3EC7-72FE-C929-C75E5D056A5F}"/>
          </ac:spMkLst>
        </pc:spChg>
      </pc:sldChg>
      <pc:sldChg chg="add ord">
        <pc:chgData name="Lev Chigrin" userId="71c5d531-6ac7-4781-8bc2-762ba2fdd04f" providerId="ADAL" clId="{2298326D-49C2-42A8-B82F-064ABC50E628}" dt="2026-05-29T14:10:25.592" v="887"/>
        <pc:sldMkLst>
          <pc:docMk/>
          <pc:sldMk cId="1517319012" sldId="275"/>
        </pc:sldMkLst>
      </pc:sldChg>
      <pc:sldChg chg="modSp add mod ord">
        <pc:chgData name="Lev Chigrin" userId="71c5d531-6ac7-4781-8bc2-762ba2fdd04f" providerId="ADAL" clId="{2298326D-49C2-42A8-B82F-064ABC50E628}" dt="2026-05-29T14:10:25.592" v="887"/>
        <pc:sldMkLst>
          <pc:docMk/>
          <pc:sldMk cId="2476162416" sldId="276"/>
        </pc:sldMkLst>
        <pc:picChg chg="mod">
          <ac:chgData name="Lev Chigrin" userId="71c5d531-6ac7-4781-8bc2-762ba2fdd04f" providerId="ADAL" clId="{2298326D-49C2-42A8-B82F-064ABC50E628}" dt="2026-05-28T13:00:44.704" v="733" actId="26606"/>
          <ac:picMkLst>
            <pc:docMk/>
            <pc:sldMk cId="2476162416" sldId="276"/>
            <ac:picMk id="73" creationId="{CE68C04E-6D57-A2C5-2D56-1F7CF3444336}"/>
          </ac:picMkLst>
        </pc:picChg>
      </pc:sldChg>
      <pc:sldChg chg="add modTransition">
        <pc:chgData name="Lev Chigrin" userId="71c5d531-6ac7-4781-8bc2-762ba2fdd04f" providerId="ADAL" clId="{2298326D-49C2-42A8-B82F-064ABC50E628}" dt="2026-05-28T13:06:13.614" v="746"/>
        <pc:sldMkLst>
          <pc:docMk/>
          <pc:sldMk cId="2282421257" sldId="288"/>
        </pc:sldMkLst>
      </pc:sldChg>
      <pc:sldChg chg="add modTransition">
        <pc:chgData name="Lev Chigrin" userId="71c5d531-6ac7-4781-8bc2-762ba2fdd04f" providerId="ADAL" clId="{2298326D-49C2-42A8-B82F-064ABC50E628}" dt="2026-05-28T13:06:13.614" v="746"/>
        <pc:sldMkLst>
          <pc:docMk/>
          <pc:sldMk cId="3778034727" sldId="291"/>
        </pc:sldMkLst>
      </pc:sldChg>
      <pc:sldChg chg="mod ord modShow">
        <pc:chgData name="Lev Chigrin" userId="71c5d531-6ac7-4781-8bc2-762ba2fdd04f" providerId="ADAL" clId="{2298326D-49C2-42A8-B82F-064ABC50E628}" dt="2026-05-28T13:04:15.131" v="745" actId="729"/>
        <pc:sldMkLst>
          <pc:docMk/>
          <pc:sldMk cId="638861260" sldId="317"/>
        </pc:sldMkLst>
      </pc:sldChg>
      <pc:sldChg chg="mod ord modShow">
        <pc:chgData name="Lev Chigrin" userId="71c5d531-6ac7-4781-8bc2-762ba2fdd04f" providerId="ADAL" clId="{2298326D-49C2-42A8-B82F-064ABC50E628}" dt="2026-05-28T13:04:15.131" v="745" actId="729"/>
        <pc:sldMkLst>
          <pc:docMk/>
          <pc:sldMk cId="2522590385" sldId="320"/>
        </pc:sldMkLst>
      </pc:sldChg>
      <pc:sldChg chg="mod ord modShow">
        <pc:chgData name="Lev Chigrin" userId="71c5d531-6ac7-4781-8bc2-762ba2fdd04f" providerId="ADAL" clId="{2298326D-49C2-42A8-B82F-064ABC50E628}" dt="2026-05-28T13:04:15.131" v="745" actId="729"/>
        <pc:sldMkLst>
          <pc:docMk/>
          <pc:sldMk cId="622393654" sldId="2146846660"/>
        </pc:sldMkLst>
      </pc:sldChg>
      <pc:sldChg chg="addSp delSp modSp new mod ord modClrScheme chgLayout">
        <pc:chgData name="Lev Chigrin" userId="71c5d531-6ac7-4781-8bc2-762ba2fdd04f" providerId="ADAL" clId="{2298326D-49C2-42A8-B82F-064ABC50E628}" dt="2026-05-27T12:00:06.089" v="279"/>
        <pc:sldMkLst>
          <pc:docMk/>
          <pc:sldMk cId="1165739100" sldId="2146846661"/>
        </pc:sldMkLst>
        <pc:spChg chg="add mod ord">
          <ac:chgData name="Lev Chigrin" userId="71c5d531-6ac7-4781-8bc2-762ba2fdd04f" providerId="ADAL" clId="{2298326D-49C2-42A8-B82F-064ABC50E628}" dt="2026-05-27T11:59:46.904" v="277" actId="20577"/>
          <ac:spMkLst>
            <pc:docMk/>
            <pc:sldMk cId="1165739100" sldId="2146846661"/>
            <ac:spMk id="4" creationId="{F1D863DB-CFC7-081A-2DC9-C599A2777246}"/>
          </ac:spMkLst>
        </pc:spChg>
        <pc:spChg chg="add mod ord">
          <ac:chgData name="Lev Chigrin" userId="71c5d531-6ac7-4781-8bc2-762ba2fdd04f" providerId="ADAL" clId="{2298326D-49C2-42A8-B82F-064ABC50E628}" dt="2026-05-27T11:59:40.347" v="264" actId="700"/>
          <ac:spMkLst>
            <pc:docMk/>
            <pc:sldMk cId="1165739100" sldId="2146846661"/>
            <ac:spMk id="5" creationId="{8E61FB1A-8B5B-8C1D-4E14-2FDF30DB6CAB}"/>
          </ac:spMkLst>
        </pc:spChg>
        <pc:spChg chg="add mod ord">
          <ac:chgData name="Lev Chigrin" userId="71c5d531-6ac7-4781-8bc2-762ba2fdd04f" providerId="ADAL" clId="{2298326D-49C2-42A8-B82F-064ABC50E628}" dt="2026-05-27T11:59:40.347" v="264" actId="700"/>
          <ac:spMkLst>
            <pc:docMk/>
            <pc:sldMk cId="1165739100" sldId="2146846661"/>
            <ac:spMk id="6" creationId="{F989F1CF-C6F7-8D26-C67E-B8F403FE9030}"/>
          </ac:spMkLst>
        </pc:spChg>
      </pc:sldChg>
      <pc:sldChg chg="add">
        <pc:chgData name="Lev Chigrin" userId="71c5d531-6ac7-4781-8bc2-762ba2fdd04f" providerId="ADAL" clId="{2298326D-49C2-42A8-B82F-064ABC50E628}" dt="2026-05-27T12:24:43.064" v="285"/>
        <pc:sldMkLst>
          <pc:docMk/>
          <pc:sldMk cId="2547544421" sldId="2146846662"/>
        </pc:sldMkLst>
      </pc:sldChg>
      <pc:sldChg chg="add">
        <pc:chgData name="Lev Chigrin" userId="71c5d531-6ac7-4781-8bc2-762ba2fdd04f" providerId="ADAL" clId="{2298326D-49C2-42A8-B82F-064ABC50E628}" dt="2026-05-27T12:24:47.037" v="286"/>
        <pc:sldMkLst>
          <pc:docMk/>
          <pc:sldMk cId="2245307896" sldId="2146846663"/>
        </pc:sldMkLst>
      </pc:sldChg>
      <pc:sldChg chg="modSp add mod">
        <pc:chgData name="Lev Chigrin" userId="71c5d531-6ac7-4781-8bc2-762ba2fdd04f" providerId="ADAL" clId="{2298326D-49C2-42A8-B82F-064ABC50E628}" dt="2026-05-28T13:00:44.704" v="733" actId="26606"/>
        <pc:sldMkLst>
          <pc:docMk/>
          <pc:sldMk cId="2186383713" sldId="2146846664"/>
        </pc:sldMkLst>
        <pc:picChg chg="mod">
          <ac:chgData name="Lev Chigrin" userId="71c5d531-6ac7-4781-8bc2-762ba2fdd04f" providerId="ADAL" clId="{2298326D-49C2-42A8-B82F-064ABC50E628}" dt="2026-05-28T13:00:44.704" v="733" actId="26606"/>
          <ac:picMkLst>
            <pc:docMk/>
            <pc:sldMk cId="2186383713" sldId="2146846664"/>
            <ac:picMk id="17" creationId="{D8E69A68-A3D3-D9B1-98C9-8C9923B10652}"/>
          </ac:picMkLst>
        </pc:picChg>
      </pc:sldChg>
      <pc:sldChg chg="add">
        <pc:chgData name="Lev Chigrin" userId="71c5d531-6ac7-4781-8bc2-762ba2fdd04f" providerId="ADAL" clId="{2298326D-49C2-42A8-B82F-064ABC50E628}" dt="2026-05-27T12:24:51.106" v="288"/>
        <pc:sldMkLst>
          <pc:docMk/>
          <pc:sldMk cId="3836356734" sldId="2146846665"/>
        </pc:sldMkLst>
      </pc:sldChg>
      <pc:sldChg chg="add">
        <pc:chgData name="Lev Chigrin" userId="71c5d531-6ac7-4781-8bc2-762ba2fdd04f" providerId="ADAL" clId="{2298326D-49C2-42A8-B82F-064ABC50E628}" dt="2026-05-27T12:24:52.436" v="289"/>
        <pc:sldMkLst>
          <pc:docMk/>
          <pc:sldMk cId="416936888" sldId="2146846666"/>
        </pc:sldMkLst>
      </pc:sldChg>
      <pc:sldChg chg="add">
        <pc:chgData name="Lev Chigrin" userId="71c5d531-6ac7-4781-8bc2-762ba2fdd04f" providerId="ADAL" clId="{2298326D-49C2-42A8-B82F-064ABC50E628}" dt="2026-05-27T12:24:53.737" v="290"/>
        <pc:sldMkLst>
          <pc:docMk/>
          <pc:sldMk cId="978566625" sldId="2146846667"/>
        </pc:sldMkLst>
      </pc:sldChg>
      <pc:sldChg chg="addSp delSp modSp new mod modClrScheme modShow chgLayout">
        <pc:chgData name="Lev Chigrin" userId="71c5d531-6ac7-4781-8bc2-762ba2fdd04f" providerId="ADAL" clId="{2298326D-49C2-42A8-B82F-064ABC50E628}" dt="2026-05-28T13:04:11.245" v="744" actId="729"/>
        <pc:sldMkLst>
          <pc:docMk/>
          <pc:sldMk cId="2324973049" sldId="2146846668"/>
        </pc:sldMkLst>
        <pc:spChg chg="add mod ord">
          <ac:chgData name="Lev Chigrin" userId="71c5d531-6ac7-4781-8bc2-762ba2fdd04f" providerId="ADAL" clId="{2298326D-49C2-42A8-B82F-064ABC50E628}" dt="2026-05-27T13:16:18.892" v="292" actId="700"/>
          <ac:spMkLst>
            <pc:docMk/>
            <pc:sldMk cId="2324973049" sldId="2146846668"/>
            <ac:spMk id="5" creationId="{E2CC9683-1A9A-7AAC-BED8-84564639BD91}"/>
          </ac:spMkLst>
        </pc:spChg>
        <pc:spChg chg="add mod ord">
          <ac:chgData name="Lev Chigrin" userId="71c5d531-6ac7-4781-8bc2-762ba2fdd04f" providerId="ADAL" clId="{2298326D-49C2-42A8-B82F-064ABC50E628}" dt="2026-05-27T13:16:18.892" v="292" actId="700"/>
          <ac:spMkLst>
            <pc:docMk/>
            <pc:sldMk cId="2324973049" sldId="2146846668"/>
            <ac:spMk id="6" creationId="{18FD4831-3317-0222-1FCF-056D45A45EA7}"/>
          </ac:spMkLst>
        </pc:spChg>
        <pc:spChg chg="add mod">
          <ac:chgData name="Lev Chigrin" userId="71c5d531-6ac7-4781-8bc2-762ba2fdd04f" providerId="ADAL" clId="{2298326D-49C2-42A8-B82F-064ABC50E628}" dt="2026-05-28T12:52:15.654" v="596"/>
          <ac:spMkLst>
            <pc:docMk/>
            <pc:sldMk cId="2324973049" sldId="2146846668"/>
            <ac:spMk id="8" creationId="{755844E9-BA66-D3C3-6E55-C16D9F828938}"/>
          </ac:spMkLst>
        </pc:spChg>
      </pc:sldChg>
      <pc:sldChg chg="modSp add mod ord">
        <pc:chgData name="Lev Chigrin" userId="71c5d531-6ac7-4781-8bc2-762ba2fdd04f" providerId="ADAL" clId="{2298326D-49C2-42A8-B82F-064ABC50E628}" dt="2026-05-28T13:06:35.472" v="748"/>
        <pc:sldMkLst>
          <pc:docMk/>
          <pc:sldMk cId="2690741155" sldId="2146846670"/>
        </pc:sldMkLst>
        <pc:picChg chg="mod">
          <ac:chgData name="Lev Chigrin" userId="71c5d531-6ac7-4781-8bc2-762ba2fdd04f" providerId="ADAL" clId="{2298326D-49C2-42A8-B82F-064ABC50E628}" dt="2026-05-28T13:00:44.704" v="733" actId="26606"/>
          <ac:picMkLst>
            <pc:docMk/>
            <pc:sldMk cId="2690741155" sldId="2146846670"/>
            <ac:picMk id="1037" creationId="{BE7FAA78-2A94-AA96-4169-0D5D994543FF}"/>
          </ac:picMkLst>
        </pc:picChg>
      </pc:sldChg>
      <pc:sldChg chg="addSp delSp modSp add mod modClrScheme chgLayout">
        <pc:chgData name="Lev Chigrin" userId="71c5d531-6ac7-4781-8bc2-762ba2fdd04f" providerId="ADAL" clId="{2298326D-49C2-42A8-B82F-064ABC50E628}" dt="2026-05-28T13:03:45.059" v="743" actId="700"/>
        <pc:sldMkLst>
          <pc:docMk/>
          <pc:sldMk cId="3586501646" sldId="2146846671"/>
        </pc:sldMkLst>
        <pc:spChg chg="mod ord">
          <ac:chgData name="Lev Chigrin" userId="71c5d531-6ac7-4781-8bc2-762ba2fdd04f" providerId="ADAL" clId="{2298326D-49C2-42A8-B82F-064ABC50E628}" dt="2026-05-28T13:03:45.059" v="743" actId="700"/>
          <ac:spMkLst>
            <pc:docMk/>
            <pc:sldMk cId="3586501646" sldId="2146846671"/>
            <ac:spMk id="2" creationId="{13535407-551C-416F-B222-72A2796377F9}"/>
          </ac:spMkLst>
        </pc:spChg>
        <pc:spChg chg="add mod">
          <ac:chgData name="Lev Chigrin" userId="71c5d531-6ac7-4781-8bc2-762ba2fdd04f" providerId="ADAL" clId="{2298326D-49C2-42A8-B82F-064ABC50E628}" dt="2026-05-28T12:55:35.564" v="722" actId="1038"/>
          <ac:spMkLst>
            <pc:docMk/>
            <pc:sldMk cId="3586501646" sldId="2146846671"/>
            <ac:spMk id="13" creationId="{4EE603A5-FF15-D0F4-5135-35BCFF1852E0}"/>
          </ac:spMkLst>
        </pc:spChg>
        <pc:spChg chg="add mod ord">
          <ac:chgData name="Lev Chigrin" userId="71c5d531-6ac7-4781-8bc2-762ba2fdd04f" providerId="ADAL" clId="{2298326D-49C2-42A8-B82F-064ABC50E628}" dt="2026-05-28T13:03:45.059" v="743" actId="700"/>
          <ac:spMkLst>
            <pc:docMk/>
            <pc:sldMk cId="3586501646" sldId="2146846671"/>
            <ac:spMk id="22" creationId="{FB5286A8-A1CF-971E-FF77-6A9ED8955A80}"/>
          </ac:spMkLst>
        </pc:spChg>
        <pc:spChg chg="add mod ord">
          <ac:chgData name="Lev Chigrin" userId="71c5d531-6ac7-4781-8bc2-762ba2fdd04f" providerId="ADAL" clId="{2298326D-49C2-42A8-B82F-064ABC50E628}" dt="2026-05-28T13:03:45.059" v="743" actId="700"/>
          <ac:spMkLst>
            <pc:docMk/>
            <pc:sldMk cId="3586501646" sldId="2146846671"/>
            <ac:spMk id="23" creationId="{8C4B9D79-3335-5239-23BA-1550E295A5E1}"/>
          </ac:spMkLst>
        </pc:spChg>
        <pc:spChg chg="mod">
          <ac:chgData name="Lev Chigrin" userId="71c5d531-6ac7-4781-8bc2-762ba2fdd04f" providerId="ADAL" clId="{2298326D-49C2-42A8-B82F-064ABC50E628}" dt="2026-05-28T12:48:18.149" v="417" actId="20577"/>
          <ac:spMkLst>
            <pc:docMk/>
            <pc:sldMk cId="3586501646" sldId="2146846671"/>
            <ac:spMk id="2071" creationId="{6811C82B-3395-AA1C-CC81-13CDFD8ABD1D}"/>
          </ac:spMkLst>
        </pc:spChg>
        <pc:spChg chg="mod">
          <ac:chgData name="Lev Chigrin" userId="71c5d531-6ac7-4781-8bc2-762ba2fdd04f" providerId="ADAL" clId="{2298326D-49C2-42A8-B82F-064ABC50E628}" dt="2026-05-28T12:55:35.564" v="722" actId="1038"/>
          <ac:spMkLst>
            <pc:docMk/>
            <pc:sldMk cId="3586501646" sldId="2146846671"/>
            <ac:spMk id="2082" creationId="{1F08C82D-8D6A-E324-93F3-1002AE2F45D7}"/>
          </ac:spMkLst>
        </pc:spChg>
        <pc:spChg chg="mod">
          <ac:chgData name="Lev Chigrin" userId="71c5d531-6ac7-4781-8bc2-762ba2fdd04f" providerId="ADAL" clId="{2298326D-49C2-42A8-B82F-064ABC50E628}" dt="2026-05-28T12:55:35.564" v="722" actId="1038"/>
          <ac:spMkLst>
            <pc:docMk/>
            <pc:sldMk cId="3586501646" sldId="2146846671"/>
            <ac:spMk id="2083" creationId="{044CA774-EE71-BCC5-231E-42A19069FC9C}"/>
          </ac:spMkLst>
        </pc:spChg>
        <pc:spChg chg="mod">
          <ac:chgData name="Lev Chigrin" userId="71c5d531-6ac7-4781-8bc2-762ba2fdd04f" providerId="ADAL" clId="{2298326D-49C2-42A8-B82F-064ABC50E628}" dt="2026-05-28T12:55:35.564" v="722" actId="1038"/>
          <ac:spMkLst>
            <pc:docMk/>
            <pc:sldMk cId="3586501646" sldId="2146846671"/>
            <ac:spMk id="2085" creationId="{6D4F305B-058E-7D8F-E668-A0039BF17865}"/>
          </ac:spMkLst>
        </pc:spChg>
        <pc:spChg chg="mod">
          <ac:chgData name="Lev Chigrin" userId="71c5d531-6ac7-4781-8bc2-762ba2fdd04f" providerId="ADAL" clId="{2298326D-49C2-42A8-B82F-064ABC50E628}" dt="2026-05-28T12:53:06.539" v="612" actId="1076"/>
          <ac:spMkLst>
            <pc:docMk/>
            <pc:sldMk cId="3586501646" sldId="2146846671"/>
            <ac:spMk id="2087" creationId="{5045C277-4602-4057-0B8C-1F53D488ABA7}"/>
          </ac:spMkLst>
        </pc:spChg>
        <pc:spChg chg="mod">
          <ac:chgData name="Lev Chigrin" userId="71c5d531-6ac7-4781-8bc2-762ba2fdd04f" providerId="ADAL" clId="{2298326D-49C2-42A8-B82F-064ABC50E628}" dt="2026-05-28T12:55:35.564" v="722" actId="1038"/>
          <ac:spMkLst>
            <pc:docMk/>
            <pc:sldMk cId="3586501646" sldId="2146846671"/>
            <ac:spMk id="2089" creationId="{153B1FEC-0F40-E75E-A3F6-9FE91752EDC7}"/>
          </ac:spMkLst>
        </pc:spChg>
        <pc:spChg chg="mod">
          <ac:chgData name="Lev Chigrin" userId="71c5d531-6ac7-4781-8bc2-762ba2fdd04f" providerId="ADAL" clId="{2298326D-49C2-42A8-B82F-064ABC50E628}" dt="2026-05-28T12:55:35.564" v="722" actId="1038"/>
          <ac:spMkLst>
            <pc:docMk/>
            <pc:sldMk cId="3586501646" sldId="2146846671"/>
            <ac:spMk id="2093" creationId="{74E1E9ED-A543-36A4-8244-820C9546F761}"/>
          </ac:spMkLst>
        </pc:spChg>
        <pc:spChg chg="mod">
          <ac:chgData name="Lev Chigrin" userId="71c5d531-6ac7-4781-8bc2-762ba2fdd04f" providerId="ADAL" clId="{2298326D-49C2-42A8-B82F-064ABC50E628}" dt="2026-05-28T12:55:35.564" v="722" actId="1038"/>
          <ac:spMkLst>
            <pc:docMk/>
            <pc:sldMk cId="3586501646" sldId="2146846671"/>
            <ac:spMk id="2094" creationId="{FB7373DE-BE30-4E02-598A-2A3B886A929E}"/>
          </ac:spMkLst>
        </pc:spChg>
        <pc:spChg chg="mod">
          <ac:chgData name="Lev Chigrin" userId="71c5d531-6ac7-4781-8bc2-762ba2fdd04f" providerId="ADAL" clId="{2298326D-49C2-42A8-B82F-064ABC50E628}" dt="2026-05-28T12:55:35.564" v="722" actId="1038"/>
          <ac:spMkLst>
            <pc:docMk/>
            <pc:sldMk cId="3586501646" sldId="2146846671"/>
            <ac:spMk id="2095" creationId="{08C85956-5E93-A308-A23C-A2B0DE9014E5}"/>
          </ac:spMkLst>
        </pc:spChg>
        <pc:spChg chg="mod">
          <ac:chgData name="Lev Chigrin" userId="71c5d531-6ac7-4781-8bc2-762ba2fdd04f" providerId="ADAL" clId="{2298326D-49C2-42A8-B82F-064ABC50E628}" dt="2026-05-28T12:55:35.564" v="722" actId="1038"/>
          <ac:spMkLst>
            <pc:docMk/>
            <pc:sldMk cId="3586501646" sldId="2146846671"/>
            <ac:spMk id="2097" creationId="{E5F616EE-93F8-CE5B-D60D-DACFF85272E7}"/>
          </ac:spMkLst>
        </pc:spChg>
        <pc:spChg chg="mod">
          <ac:chgData name="Lev Chigrin" userId="71c5d531-6ac7-4781-8bc2-762ba2fdd04f" providerId="ADAL" clId="{2298326D-49C2-42A8-B82F-064ABC50E628}" dt="2026-05-28T12:55:23.949" v="701" actId="1076"/>
          <ac:spMkLst>
            <pc:docMk/>
            <pc:sldMk cId="3586501646" sldId="2146846671"/>
            <ac:spMk id="2104" creationId="{146FE733-8260-2455-7E41-A00BAF212194}"/>
          </ac:spMkLst>
        </pc:spChg>
        <pc:spChg chg="mod">
          <ac:chgData name="Lev Chigrin" userId="71c5d531-6ac7-4781-8bc2-762ba2fdd04f" providerId="ADAL" clId="{2298326D-49C2-42A8-B82F-064ABC50E628}" dt="2026-05-28T12:55:21.709" v="700" actId="1076"/>
          <ac:spMkLst>
            <pc:docMk/>
            <pc:sldMk cId="3586501646" sldId="2146846671"/>
            <ac:spMk id="2110" creationId="{2DF7499A-46CD-F3FE-56E5-92880AE206C0}"/>
          </ac:spMkLst>
        </pc:spChg>
        <pc:spChg chg="mod">
          <ac:chgData name="Lev Chigrin" userId="71c5d531-6ac7-4781-8bc2-762ba2fdd04f" providerId="ADAL" clId="{2298326D-49C2-42A8-B82F-064ABC50E628}" dt="2026-05-28T12:55:35.564" v="722" actId="1038"/>
          <ac:spMkLst>
            <pc:docMk/>
            <pc:sldMk cId="3586501646" sldId="2146846671"/>
            <ac:spMk id="2112" creationId="{3634005E-2E36-36EA-02F1-FE4D0A062D32}"/>
          </ac:spMkLst>
        </pc:spChg>
        <pc:spChg chg="add mod">
          <ac:chgData name="Lev Chigrin" userId="71c5d531-6ac7-4781-8bc2-762ba2fdd04f" providerId="ADAL" clId="{2298326D-49C2-42A8-B82F-064ABC50E628}" dt="2026-05-28T13:02:08.326" v="742" actId="1076"/>
          <ac:spMkLst>
            <pc:docMk/>
            <pc:sldMk cId="3586501646" sldId="2146846671"/>
            <ac:spMk id="3000" creationId="{A1B2C3D4-1234-5678-9ABC-DEF012345678}"/>
          </ac:spMkLst>
        </pc:spChg>
        <pc:cxnChg chg="mod">
          <ac:chgData name="Lev Chigrin" userId="71c5d531-6ac7-4781-8bc2-762ba2fdd04f" providerId="ADAL" clId="{2298326D-49C2-42A8-B82F-064ABC50E628}" dt="2026-05-28T12:54:39.889" v="692" actId="14100"/>
          <ac:cxnSpMkLst>
            <pc:docMk/>
            <pc:sldMk cId="3586501646" sldId="2146846671"/>
            <ac:cxnSpMk id="2072" creationId="{88852ACE-7FCB-BF17-8B3B-3DC24E9339D5}"/>
          </ac:cxnSpMkLst>
        </pc:cxnChg>
        <pc:cxnChg chg="mod">
          <ac:chgData name="Lev Chigrin" userId="71c5d531-6ac7-4781-8bc2-762ba2fdd04f" providerId="ADAL" clId="{2298326D-49C2-42A8-B82F-064ABC50E628}" dt="2026-05-28T12:55:13.817" v="697" actId="14100"/>
          <ac:cxnSpMkLst>
            <pc:docMk/>
            <pc:sldMk cId="3586501646" sldId="2146846671"/>
            <ac:cxnSpMk id="2098" creationId="{EE0909C1-4EFB-5253-F0AC-44C3052FBE3B}"/>
          </ac:cxnSpMkLst>
        </pc:cxnChg>
      </pc:sldChg>
      <pc:sldChg chg="add modTransition">
        <pc:chgData name="Lev Chigrin" userId="71c5d531-6ac7-4781-8bc2-762ba2fdd04f" providerId="ADAL" clId="{2298326D-49C2-42A8-B82F-064ABC50E628}" dt="2026-05-28T13:06:13.614" v="746"/>
        <pc:sldMkLst>
          <pc:docMk/>
          <pc:sldMk cId="1988610374" sldId="2146846672"/>
        </pc:sldMkLst>
      </pc:sldChg>
      <pc:sldChg chg="add modTransition">
        <pc:chgData name="Lev Chigrin" userId="71c5d531-6ac7-4781-8bc2-762ba2fdd04f" providerId="ADAL" clId="{2298326D-49C2-42A8-B82F-064ABC50E628}" dt="2026-05-28T13:06:13.614" v="746"/>
        <pc:sldMkLst>
          <pc:docMk/>
          <pc:sldMk cId="3132708984" sldId="2146846673"/>
        </pc:sldMkLst>
      </pc:sldChg>
      <pc:sldChg chg="add">
        <pc:chgData name="Lev Chigrin" userId="71c5d531-6ac7-4781-8bc2-762ba2fdd04f" providerId="ADAL" clId="{2298326D-49C2-42A8-B82F-064ABC50E628}" dt="2026-05-29T14:17:07.600" v="915"/>
        <pc:sldMkLst>
          <pc:docMk/>
          <pc:sldMk cId="4145156255" sldId="2146846675"/>
        </pc:sldMkLst>
      </pc:sldChg>
      <pc:sldMasterChg chg="add addSldLayout modSldLayout">
        <pc:chgData name="Lev Chigrin" userId="71c5d531-6ac7-4781-8bc2-762ba2fdd04f" providerId="ADAL" clId="{2298326D-49C2-42A8-B82F-064ABC50E628}" dt="2026-05-29T14:17:07.600" v="915"/>
        <pc:sldMasterMkLst>
          <pc:docMk/>
          <pc:sldMasterMk cId="995587518" sldId="2147483648"/>
        </pc:sldMasterMkLst>
        <pc:sldLayoutChg chg="add mod">
          <pc:chgData name="Lev Chigrin" userId="71c5d531-6ac7-4781-8bc2-762ba2fdd04f" providerId="ADAL" clId="{2298326D-49C2-42A8-B82F-064ABC50E628}" dt="2026-05-29T14:17:07.600" v="915"/>
          <pc:sldLayoutMkLst>
            <pc:docMk/>
            <pc:sldMasterMk cId="995587518" sldId="2147483648"/>
            <pc:sldLayoutMk cId="2211926353" sldId="2147483649"/>
          </pc:sldLayoutMkLst>
        </pc:sldLayoutChg>
      </pc:sldMasterChg>
      <pc:sldMasterChg chg="add mod replId addSldLayout delSldLayout modSldLayout">
        <pc:chgData name="Lev Chigrin" userId="71c5d531-6ac7-4781-8bc2-762ba2fdd04f" providerId="ADAL" clId="{2298326D-49C2-42A8-B82F-064ABC50E628}" dt="2026-05-27T09:55:43.018" v="262" actId="47"/>
        <pc:sldMasterMkLst>
          <pc:docMk/>
          <pc:sldMasterMk cId="135885590" sldId="2147483906"/>
        </pc:sldMasterMkLst>
      </pc:sldMasterChg>
      <pc:sldMasterChg chg="add mod replId addSldLayout modSldLayout">
        <pc:chgData name="Lev Chigrin" userId="71c5d531-6ac7-4781-8bc2-762ba2fdd04f" providerId="ADAL" clId="{2298326D-49C2-42A8-B82F-064ABC50E628}" dt="2026-05-26T12:47:33.351" v="246"/>
        <pc:sldMasterMkLst>
          <pc:docMk/>
          <pc:sldMasterMk cId="702667857" sldId="2147483907"/>
        </pc:sldMasterMkLst>
      </pc:sldMasterChg>
      <pc:sldMasterChg chg="add mod replId addSldLayout modSldLayout">
        <pc:chgData name="Lev Chigrin" userId="71c5d531-6ac7-4781-8bc2-762ba2fdd04f" providerId="ADAL" clId="{2298326D-49C2-42A8-B82F-064ABC50E628}" dt="2026-05-27T12:24:51.106" v="288"/>
        <pc:sldMasterMkLst>
          <pc:docMk/>
          <pc:sldMasterMk cId="2307030275" sldId="2147483912"/>
        </pc:sldMasterMkLst>
        <pc:sldLayoutChg chg="add mod replId">
          <pc:chgData name="Lev Chigrin" userId="71c5d531-6ac7-4781-8bc2-762ba2fdd04f" providerId="ADAL" clId="{2298326D-49C2-42A8-B82F-064ABC50E628}" dt="2026-05-27T12:24:43.064" v="285"/>
          <pc:sldLayoutMkLst>
            <pc:docMk/>
            <pc:sldMasterMk cId="2307030275" sldId="2147483912"/>
            <pc:sldLayoutMk cId="1976164569" sldId="2147483913"/>
          </pc:sldLayoutMkLst>
        </pc:sldLayoutChg>
        <pc:sldLayoutChg chg="add mod replId">
          <pc:chgData name="Lev Chigrin" userId="71c5d531-6ac7-4781-8bc2-762ba2fdd04f" providerId="ADAL" clId="{2298326D-49C2-42A8-B82F-064ABC50E628}" dt="2026-05-27T12:24:51.106" v="288"/>
          <pc:sldLayoutMkLst>
            <pc:docMk/>
            <pc:sldMasterMk cId="2307030275" sldId="2147483912"/>
            <pc:sldLayoutMk cId="4085227047" sldId="2147483917"/>
          </pc:sldLayoutMkLst>
        </pc:sldLayoutChg>
      </pc:sldMasterChg>
      <pc:sldMasterChg chg="add mod replId addSldLayout modSldLayout">
        <pc:chgData name="Lev Chigrin" userId="71c5d531-6ac7-4781-8bc2-762ba2fdd04f" providerId="ADAL" clId="{2298326D-49C2-42A8-B82F-064ABC50E628}" dt="2026-05-28T12:36:05.924" v="300"/>
        <pc:sldMasterMkLst>
          <pc:docMk/>
          <pc:sldMasterMk cId="2459010450" sldId="2147483914"/>
        </pc:sldMasterMkLst>
        <pc:sldLayoutChg chg="add mod replId">
          <pc:chgData name="Lev Chigrin" userId="71c5d531-6ac7-4781-8bc2-762ba2fdd04f" providerId="ADAL" clId="{2298326D-49C2-42A8-B82F-064ABC50E628}" dt="2026-05-27T12:24:47.037" v="286"/>
          <pc:sldLayoutMkLst>
            <pc:docMk/>
            <pc:sldMasterMk cId="2459010450" sldId="2147483914"/>
            <pc:sldLayoutMk cId="2795758817" sldId="2147483915"/>
          </pc:sldLayoutMkLst>
        </pc:sldLayoutChg>
        <pc:sldLayoutChg chg="add mod replId">
          <pc:chgData name="Lev Chigrin" userId="71c5d531-6ac7-4781-8bc2-762ba2fdd04f" providerId="ADAL" clId="{2298326D-49C2-42A8-B82F-064ABC50E628}" dt="2026-05-27T12:24:52.436" v="289"/>
          <pc:sldLayoutMkLst>
            <pc:docMk/>
            <pc:sldMasterMk cId="2459010450" sldId="2147483914"/>
            <pc:sldLayoutMk cId="3093444171" sldId="2147483918"/>
          </pc:sldLayoutMkLst>
        </pc:sldLayoutChg>
        <pc:sldLayoutChg chg="add mod replId">
          <pc:chgData name="Lev Chigrin" userId="71c5d531-6ac7-4781-8bc2-762ba2fdd04f" providerId="ADAL" clId="{2298326D-49C2-42A8-B82F-064ABC50E628}" dt="2026-05-28T12:36:05.924" v="300"/>
          <pc:sldLayoutMkLst>
            <pc:docMk/>
            <pc:sldMasterMk cId="2459010450" sldId="2147483914"/>
            <pc:sldLayoutMk cId="3675785440" sldId="2147483920"/>
          </pc:sldLayoutMkLst>
        </pc:sldLayoutChg>
      </pc:sldMasterChg>
      <pc:sldMasterChg chg="add mod replId addSldLayout modSldLayout">
        <pc:chgData name="Lev Chigrin" userId="71c5d531-6ac7-4781-8bc2-762ba2fdd04f" providerId="ADAL" clId="{2298326D-49C2-42A8-B82F-064ABC50E628}" dt="2026-05-28T12:36:05.924" v="300"/>
        <pc:sldMasterMkLst>
          <pc:docMk/>
          <pc:sldMasterMk cId="1768886226" sldId="2147483919"/>
        </pc:sldMasterMkLst>
        <pc:sldLayoutChg chg="add mod replId">
          <pc:chgData name="Lev Chigrin" userId="71c5d531-6ac7-4781-8bc2-762ba2fdd04f" providerId="ADAL" clId="{2298326D-49C2-42A8-B82F-064ABC50E628}" dt="2026-05-27T12:24:48.594" v="287"/>
          <pc:sldLayoutMkLst>
            <pc:docMk/>
            <pc:sldMasterMk cId="1768886226" sldId="2147483919"/>
            <pc:sldLayoutMk cId="4237749342" sldId="2147483916"/>
          </pc:sldLayoutMkLst>
        </pc:sldLayoutChg>
      </pc:sldMasterChg>
      <pc:sldMasterChg chg="add replId addSldLayout modSldLayout">
        <pc:chgData name="Lev Chigrin" userId="71c5d531-6ac7-4781-8bc2-762ba2fdd04f" providerId="ADAL" clId="{2298326D-49C2-42A8-B82F-064ABC50E628}" dt="2026-05-28T12:42:42.119" v="393"/>
        <pc:sldMasterMkLst>
          <pc:docMk/>
          <pc:sldMasterMk cId="974967201" sldId="2147483921"/>
        </pc:sldMasterMkLst>
        <pc:sldLayoutChg chg="add mod replId">
          <pc:chgData name="Lev Chigrin" userId="71c5d531-6ac7-4781-8bc2-762ba2fdd04f" providerId="ADAL" clId="{2298326D-49C2-42A8-B82F-064ABC50E628}" dt="2026-05-28T12:42:42.119" v="393"/>
          <pc:sldLayoutMkLst>
            <pc:docMk/>
            <pc:sldMasterMk cId="974967201" sldId="2147483921"/>
            <pc:sldLayoutMk cId="3958676663" sldId="2147483922"/>
          </pc:sldLayoutMkLst>
        </pc:sldLayoutChg>
      </pc:sldMasterChg>
    </pc:docChg>
  </pc:docChgLst>
  <pc:docChgLst>
    <pc:chgData name="Lev Chigrin" userId="S::lev_chigrin@epam.com::71c5d531-6ac7-4781-8bc2-762ba2fdd04f" providerId="AD" clId="Web-{EAE4513D-E9A9-49EE-B3A4-1FB846AA568A}"/>
    <pc:docChg chg="modSld">
      <pc:chgData name="Lev Chigrin" userId="S::lev_chigrin@epam.com::71c5d531-6ac7-4781-8bc2-762ba2fdd04f" providerId="AD" clId="Web-{EAE4513D-E9A9-49EE-B3A4-1FB846AA568A}" dt="2026-05-29T12:05:06.652" v="0"/>
      <pc:docMkLst>
        <pc:docMk/>
      </pc:docMkLst>
      <pc:sldChg chg="delSp">
        <pc:chgData name="Lev Chigrin" userId="S::lev_chigrin@epam.com::71c5d531-6ac7-4781-8bc2-762ba2fdd04f" providerId="AD" clId="Web-{EAE4513D-E9A9-49EE-B3A4-1FB846AA568A}" dt="2026-05-29T12:05:06.652" v="0"/>
        <pc:sldMkLst>
          <pc:docMk/>
          <pc:sldMk cId="3653762734" sldId="26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6235F4-21D9-B4E1-34F4-E9E9E34487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DE02ED4-AC14-DC4E-906D-84CDE05E72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27DFA4-1D6B-4317-8919-A3D08A74BF56}" type="datetimeFigureOut">
              <a:rPr lang="en-US" smtClean="0"/>
              <a:t>5/30/2026</a:t>
            </a:fld>
            <a:endParaRPr lang="en-US"/>
          </a:p>
        </p:txBody>
      </p:sp>
      <p:sp>
        <p:nvSpPr>
          <p:cNvPr id="4" name="Footer Placeholder 3">
            <a:extLst>
              <a:ext uri="{FF2B5EF4-FFF2-40B4-BE49-F238E27FC236}">
                <a16:creationId xmlns:a16="http://schemas.microsoft.com/office/drawing/2014/main" id="{1FE70CD3-D2D7-F5A0-C166-C5EA2850BD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5EE7575-87B0-01EC-9E74-2888EFDA1E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0A32CD5-53B6-47D5-92CB-E19DE595B427}" type="slidenum">
              <a:rPr lang="en-US" smtClean="0"/>
              <a:t>‹#›</a:t>
            </a:fld>
            <a:endParaRPr lang="en-US"/>
          </a:p>
        </p:txBody>
      </p:sp>
    </p:spTree>
    <p:extLst>
      <p:ext uri="{BB962C8B-B14F-4D97-AF65-F5344CB8AC3E}">
        <p14:creationId xmlns:p14="http://schemas.microsoft.com/office/powerpoint/2010/main" val="24323308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6DA449-81D0-4C65-80FA-E84926361CC3}" type="datetimeFigureOut">
              <a:rPr lang="en-US" smtClean="0"/>
              <a:t>5/30/2026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A5C3A5-A464-4897-B884-BB9B35180A5B}" type="slidenum">
              <a:rPr lang="en-US" smtClean="0"/>
              <a:t>‹#›</a:t>
            </a:fld>
            <a:endParaRPr lang="en-US"/>
          </a:p>
        </p:txBody>
      </p:sp>
    </p:spTree>
    <p:extLst>
      <p:ext uri="{BB962C8B-B14F-4D97-AF65-F5344CB8AC3E}">
        <p14:creationId xmlns:p14="http://schemas.microsoft.com/office/powerpoint/2010/main" val="1117570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an executive will recognise. Today a good workshop depends on who is free to facilitate and who plays the client. With the simulator the counterpart is consistent, the feedback is evidence-based, and we can run it as often as a team needs, then see whether competencies actually move.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of this conversation: a decision to sponsor a 13-week, gated pilot of an AI role-play trainer for our delivery teams. About 15 minutes plus questions. The ask is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problem: the best way to build judgement is practice, but live role-play is expensive and the feedback is opinion. The idea is that our people play themselves and AI plays everyone else, with every word captured and scored. Why now: the AI is finally fast and believable enough, and the MVP needs no infrastructure because it runs on one laptop. The right side is the whole product in six lines.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numbers are what the pilot has to prove. They come straight from the product specification and are measured from session one. Prep under 30 minutes is the facilitator time saving; under CAD 15 is the all-in running cost per session; plus one level is the learning outcome. If we miss them, we stop at the gate rather than spend more.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idea. Our people are never replaced by AI in the room; they play themselves. AI fills the roles nobody on the team should play: the frustrated client, the regulator, the stressed colleague, each with goals and hidden information scripted by L&amp;D. The result is practice we can measure.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An author writes one scenario file. The team plays it with voice in a shared scene while the Game Master keeps the story moving. Everything is transcribed and scored against a rubric, with a quoted line behind every score. A facilitator moderates before anyone sees results, and cohort trends feed the next version of the scenario.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principles that keep cost and risk low. It runs on a laptop first, so the pilot needs no cloud spend. It is platform-agnostic, so a client on Azure, AWS or GCP is a configuration change. Voice is engineered for about a second of response time. And the script drives everything, so L&amp;D owns the content, not engineering.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A5C3A5-A464-4897-B884-BB9B35180A5B}"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473562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phases, each with a gate. Phase 1 proves the loop with a real team on a laptop. Phase 2 moves to the client's cloud region and into Teams, and adds the enterprise security controls. Phase 3 scales across programs and languages. With an AI SDLC the pilot gate lands at week 13 and v2 at week 33. Durations are indicative until we confirm the cohort and team size. Spend is released one gate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scope and the same gates, built two ways. The traditional plan takes 52 weeks; the AI SDLC plan takes 33. The pilot gate moves only three weeks because discovery, HR and legal sign-off and the pilot cohorts run on calendar time. The build-heavy v1 and v2 phases are where agents compress the work, which is where the 19 weeks come from.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Billed is what we would charge at today's rates; true cost removes our 30 percent margin on people. Tokens are at list price and are about seven percent of the billed total. The traditional column uses the same onshore and offshore rate mix, so the difference comes from the AI SDLC, not from offshoring. Contingency is not included; I would add 15 to 20 percent.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150"/>
          </a:p>
        </p:txBody>
      </p:sp>
      <p:sp>
        <p:nvSpPr>
          <p:cNvPr id="3" name="Notes Placeholder 2"/>
          <p:cNvSpPr>
            <a:spLocks noGrp="1"/>
          </p:cNvSpPr>
          <p:nvPr>
            <p:ph type="body" idx="1"/>
          </p:nvPr>
        </p:nvSpPr>
        <p:spPr/>
        <p:txBody>
          <a:bodyPr/>
          <a:lstStyle/>
          <a:p>
            <a:r>
              <a:t>Close on the four decisions: a sponsor and a pilot team, an L&amp;D owner, HR and legal review of recording and result visibility, and approved AI providers and region. The design work is already done. With those decisions, and about CAD 165K billed (118K true cost), we can have a running pilot in 13 weeks.</a:t>
            </a:r>
          </a:p>
        </p:txBody>
      </p:sp>
      <p:sp>
        <p:nvSpPr>
          <p:cNvPr id="4" name="Slide Number Placeholder 3"/>
          <p:cNvSpPr>
            <a:spLocks noGrp="1"/>
          </p:cNvSpPr>
          <p:nvPr>
            <p:ph type="sldNum" sz="quarter" idx="5"/>
          </p:nvPr>
        </p:nvSpPr>
        <p:spPr/>
        <p:txBody>
          <a:bodyPr/>
          <a:lstStyle/>
          <a:p>
            <a:fld id="{4BA5C3A5-A464-4897-B884-BB9B35180A5B}" type="slidenum">
              <a:rPr lang="en-US"/>
              <a:t>33</a:t>
            </a:fld>
            <a:endParaRPr lang="en-US"/>
          </a:p>
        </p:txBody>
      </p:sp>
    </p:spTree>
    <p:extLst>
      <p:ext uri="{BB962C8B-B14F-4D97-AF65-F5344CB8AC3E}">
        <p14:creationId xmlns:p14="http://schemas.microsoft.com/office/powerpoint/2010/main" val="1968218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emf"/><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e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BG">
    <p:bg>
      <p:bgPr>
        <a:solidFill>
          <a:schemeClr val="bg1"/>
        </a:solidFill>
        <a:effectLst/>
      </p:bgPr>
    </p:bg>
    <p:spTree>
      <p:nvGrpSpPr>
        <p:cNvPr id="1" name=""/>
        <p:cNvGrpSpPr/>
        <p:nvPr/>
      </p:nvGrpSpPr>
      <p:grpSpPr>
        <a:xfrm>
          <a:off x="0" y="0"/>
          <a:ext cx="0" cy="0"/>
          <a:chOff x="0" y="0"/>
          <a:chExt cx="0" cy="0"/>
        </a:xfrm>
      </p:grpSpPr>
      <p:pic>
        <p:nvPicPr>
          <p:cNvPr id="4" name="Picture 3" descr="A bright light in the dark&#10;&#10;Description automatically generated with medium confidence">
            <a:extLst>
              <a:ext uri="{FF2B5EF4-FFF2-40B4-BE49-F238E27FC236}">
                <a16:creationId xmlns:a16="http://schemas.microsoft.com/office/drawing/2014/main" id="{292D94B7-0233-C940-0B7E-BB187340B7C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58001"/>
          </a:xfrm>
          <a:prstGeom prst="rect">
            <a:avLst/>
          </a:prstGeom>
        </p:spPr>
      </p:pic>
      <p:sp>
        <p:nvSpPr>
          <p:cNvPr id="5" name="Text Placeholder 4">
            <a:extLst>
              <a:ext uri="{FF2B5EF4-FFF2-40B4-BE49-F238E27FC236}">
                <a16:creationId xmlns:a16="http://schemas.microsoft.com/office/drawing/2014/main" id="{4448AADE-3723-5675-1E93-91E2083DA966}"/>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72020841-C9E1-4289-E94E-04CC0C8D6EAB}"/>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7" name="Title 2">
            <a:extLst>
              <a:ext uri="{FF2B5EF4-FFF2-40B4-BE49-F238E27FC236}">
                <a16:creationId xmlns:a16="http://schemas.microsoft.com/office/drawing/2014/main" id="{1E233166-418F-6386-079E-CEDA3BF9846B}"/>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8" name="Picture 7">
            <a:extLst>
              <a:ext uri="{FF2B5EF4-FFF2-40B4-BE49-F238E27FC236}">
                <a16:creationId xmlns:a16="http://schemas.microsoft.com/office/drawing/2014/main" id="{3AAC7376-20F0-E0B1-E7D5-414FC5DC35F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205725692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BG-Light">
    <p:bg>
      <p:bgPr>
        <a:solidFill>
          <a:schemeClr val="bg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DE3A7CEE-E1C9-5E29-7BD1-4DC1A1B47F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sp>
        <p:nvSpPr>
          <p:cNvPr id="5" name="Text Placeholder 4">
            <a:extLst>
              <a:ext uri="{FF2B5EF4-FFF2-40B4-BE49-F238E27FC236}">
                <a16:creationId xmlns:a16="http://schemas.microsoft.com/office/drawing/2014/main" id="{4448AADE-3723-5675-1E93-91E2083DA966}"/>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72020841-C9E1-4289-E94E-04CC0C8D6EAB}"/>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tx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7" name="Title 2">
            <a:extLst>
              <a:ext uri="{FF2B5EF4-FFF2-40B4-BE49-F238E27FC236}">
                <a16:creationId xmlns:a16="http://schemas.microsoft.com/office/drawing/2014/main" id="{1E233166-418F-6386-079E-CEDA3BF9846B}"/>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tx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3" name="Graphic 2">
            <a:extLst>
              <a:ext uri="{FF2B5EF4-FFF2-40B4-BE49-F238E27FC236}">
                <a16:creationId xmlns:a16="http://schemas.microsoft.com/office/drawing/2014/main" id="{D046FBA0-34E7-8BA0-8C70-B6AFD4D64D8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5414" y="748727"/>
            <a:ext cx="1226857" cy="432373"/>
          </a:xfrm>
          <a:prstGeom prst="rect">
            <a:avLst/>
          </a:prstGeom>
        </p:spPr>
      </p:pic>
    </p:spTree>
    <p:extLst>
      <p:ext uri="{BB962C8B-B14F-4D97-AF65-F5344CB8AC3E}">
        <p14:creationId xmlns:p14="http://schemas.microsoft.com/office/powerpoint/2010/main" val="58881470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sp>
        <p:nvSpPr>
          <p:cNvPr id="4" name="Text Placeholder 4">
            <a:extLst>
              <a:ext uri="{FF2B5EF4-FFF2-40B4-BE49-F238E27FC236}">
                <a16:creationId xmlns:a16="http://schemas.microsoft.com/office/drawing/2014/main" id="{0BD2E969-F100-6B32-8DFD-11A45E5E43FA}"/>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5" name="Text Placeholder 4">
            <a:extLst>
              <a:ext uri="{FF2B5EF4-FFF2-40B4-BE49-F238E27FC236}">
                <a16:creationId xmlns:a16="http://schemas.microsoft.com/office/drawing/2014/main" id="{2C67B491-F517-CB8D-96B1-B02A50D72325}"/>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6" name="Title 2">
            <a:extLst>
              <a:ext uri="{FF2B5EF4-FFF2-40B4-BE49-F238E27FC236}">
                <a16:creationId xmlns:a16="http://schemas.microsoft.com/office/drawing/2014/main" id="{430FF820-B532-1296-E817-DF961B67DF09}"/>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7" name="Picture 6">
            <a:extLst>
              <a:ext uri="{FF2B5EF4-FFF2-40B4-BE49-F238E27FC236}">
                <a16:creationId xmlns:a16="http://schemas.microsoft.com/office/drawing/2014/main" id="{5754D4BD-6E7A-841D-F70C-31FAEF56CD6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348110076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11A216CA-E680-42EB-BC45-95A09D62759B}"/>
              </a:ext>
            </a:extLst>
          </p:cNvPr>
          <p:cNvSpPr>
            <a:spLocks noGrp="1"/>
          </p:cNvSpPr>
          <p:nvPr>
            <p:ph type="pic" sz="quarter" idx="13"/>
          </p:nvPr>
        </p:nvSpPr>
        <p:spPr>
          <a:xfrm>
            <a:off x="6095998" y="0"/>
            <a:ext cx="6096001" cy="6858000"/>
          </a:xfrm>
          <a:prstGeom prst="rect">
            <a:avLst/>
          </a:prstGeom>
          <a:solidFill>
            <a:schemeClr val="bg2"/>
          </a:solidFill>
        </p:spPr>
        <p:txBody>
          <a:bodyPr/>
          <a:lstStyle>
            <a:lvl1pPr>
              <a:defRPr/>
            </a:lvl1pPr>
          </a:lstStyle>
          <a:p>
            <a:endParaRPr lang="en-US"/>
          </a:p>
        </p:txBody>
      </p:sp>
      <p:sp>
        <p:nvSpPr>
          <p:cNvPr id="3" name="Text Placeholder 4">
            <a:extLst>
              <a:ext uri="{FF2B5EF4-FFF2-40B4-BE49-F238E27FC236}">
                <a16:creationId xmlns:a16="http://schemas.microsoft.com/office/drawing/2014/main" id="{30094E5E-6EFF-CE7E-D775-2FA95EEE2F1D}"/>
              </a:ext>
            </a:extLst>
          </p:cNvPr>
          <p:cNvSpPr>
            <a:spLocks noGrp="1"/>
          </p:cNvSpPr>
          <p:nvPr>
            <p:ph type="body" sz="quarter" idx="11" hasCustomPrompt="1"/>
          </p:nvPr>
        </p:nvSpPr>
        <p:spPr>
          <a:xfrm>
            <a:off x="468775" y="4663440"/>
            <a:ext cx="5309027" cy="276999"/>
          </a:xfrm>
          <a:prstGeom prst="rect">
            <a:avLst/>
          </a:prstGeom>
        </p:spPr>
        <p:txBody>
          <a:bodyPr wrap="square">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4" name="Text Placeholder 4">
            <a:extLst>
              <a:ext uri="{FF2B5EF4-FFF2-40B4-BE49-F238E27FC236}">
                <a16:creationId xmlns:a16="http://schemas.microsoft.com/office/drawing/2014/main" id="{4E632B84-D810-D682-26F1-538579099EAB}"/>
              </a:ext>
            </a:extLst>
          </p:cNvPr>
          <p:cNvSpPr>
            <a:spLocks noGrp="1"/>
          </p:cNvSpPr>
          <p:nvPr>
            <p:ph type="body" sz="quarter" idx="12" hasCustomPrompt="1"/>
          </p:nvPr>
        </p:nvSpPr>
        <p:spPr>
          <a:xfrm>
            <a:off x="468775" y="5245390"/>
            <a:ext cx="5309027"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5" name="Title 2">
            <a:extLst>
              <a:ext uri="{FF2B5EF4-FFF2-40B4-BE49-F238E27FC236}">
                <a16:creationId xmlns:a16="http://schemas.microsoft.com/office/drawing/2014/main" id="{7E6BD730-15BB-8DAE-B807-85A733E0F752}"/>
              </a:ext>
            </a:extLst>
          </p:cNvPr>
          <p:cNvSpPr>
            <a:spLocks noGrp="1"/>
          </p:cNvSpPr>
          <p:nvPr>
            <p:ph type="title"/>
          </p:nvPr>
        </p:nvSpPr>
        <p:spPr>
          <a:xfrm>
            <a:off x="466165" y="1696496"/>
            <a:ext cx="5311637" cy="1846659"/>
          </a:xfrm>
        </p:spPr>
        <p:txBody>
          <a:bodyPr vert="horz" wrap="square" lIns="0" tIns="0" rIns="0" bIns="0" rtlCol="0">
            <a:spAutoFit/>
          </a:bodyPr>
          <a:lstStyle>
            <a:lvl1pPr>
              <a:defRPr lang="en-US" sz="6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2" name="Picture 1">
            <a:extLst>
              <a:ext uri="{FF2B5EF4-FFF2-40B4-BE49-F238E27FC236}">
                <a16:creationId xmlns:a16="http://schemas.microsoft.com/office/drawing/2014/main" id="{58229A6F-36FA-05D5-E223-1581D31CE2D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406764713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3" name="Title 2">
            <a:extLst>
              <a:ext uri="{FF2B5EF4-FFF2-40B4-BE49-F238E27FC236}">
                <a16:creationId xmlns:a16="http://schemas.microsoft.com/office/drawing/2014/main" id="{7D36EB9C-BBDB-7447-884B-AC6C7C7D1DA2}"/>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Contents</a:t>
            </a:r>
          </a:p>
        </p:txBody>
      </p:sp>
      <p:sp>
        <p:nvSpPr>
          <p:cNvPr id="24" name="Text Placeholder 4">
            <a:extLst>
              <a:ext uri="{FF2B5EF4-FFF2-40B4-BE49-F238E27FC236}">
                <a16:creationId xmlns:a16="http://schemas.microsoft.com/office/drawing/2014/main" id="{ECE784D3-D287-664F-80A6-CBA29DD12FE1}"/>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01</a:t>
            </a:r>
          </a:p>
        </p:txBody>
      </p:sp>
      <p:sp>
        <p:nvSpPr>
          <p:cNvPr id="25" name="Text Placeholder 4">
            <a:extLst>
              <a:ext uri="{FF2B5EF4-FFF2-40B4-BE49-F238E27FC236}">
                <a16:creationId xmlns:a16="http://schemas.microsoft.com/office/drawing/2014/main" id="{29A1CE94-599A-5146-9EFB-9AEECE436784}"/>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02</a:t>
            </a:r>
          </a:p>
        </p:txBody>
      </p:sp>
      <p:sp>
        <p:nvSpPr>
          <p:cNvPr id="26" name="Text Placeholder 4">
            <a:extLst>
              <a:ext uri="{FF2B5EF4-FFF2-40B4-BE49-F238E27FC236}">
                <a16:creationId xmlns:a16="http://schemas.microsoft.com/office/drawing/2014/main" id="{B0E828E5-70FD-D449-B964-390D8366EA4E}"/>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03</a:t>
            </a:r>
          </a:p>
        </p:txBody>
      </p:sp>
      <p:sp>
        <p:nvSpPr>
          <p:cNvPr id="27" name="Text Placeholder 4">
            <a:extLst>
              <a:ext uri="{FF2B5EF4-FFF2-40B4-BE49-F238E27FC236}">
                <a16:creationId xmlns:a16="http://schemas.microsoft.com/office/drawing/2014/main" id="{23D1ADF7-7F17-9F4A-A000-26CFD756A34B}"/>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04</a:t>
            </a:r>
          </a:p>
        </p:txBody>
      </p:sp>
      <p:sp>
        <p:nvSpPr>
          <p:cNvPr id="28" name="Text Placeholder 4">
            <a:extLst>
              <a:ext uri="{FF2B5EF4-FFF2-40B4-BE49-F238E27FC236}">
                <a16:creationId xmlns:a16="http://schemas.microsoft.com/office/drawing/2014/main" id="{C8974FB4-0DC4-9A48-849B-3445C17323D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05</a:t>
            </a:r>
          </a:p>
        </p:txBody>
      </p:sp>
      <p:sp>
        <p:nvSpPr>
          <p:cNvPr id="29" name="Text Placeholder 4">
            <a:extLst>
              <a:ext uri="{FF2B5EF4-FFF2-40B4-BE49-F238E27FC236}">
                <a16:creationId xmlns:a16="http://schemas.microsoft.com/office/drawing/2014/main" id="{3B70AEBB-A750-864B-B6BD-21B4D0EFE2A7}"/>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06</a:t>
            </a:r>
          </a:p>
        </p:txBody>
      </p:sp>
      <p:sp>
        <p:nvSpPr>
          <p:cNvPr id="30" name="Text Placeholder 4">
            <a:extLst>
              <a:ext uri="{FF2B5EF4-FFF2-40B4-BE49-F238E27FC236}">
                <a16:creationId xmlns:a16="http://schemas.microsoft.com/office/drawing/2014/main" id="{B6A80AC0-F1D6-7541-A91C-C279FD194827}"/>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1" name="Text Placeholder 4">
            <a:extLst>
              <a:ext uri="{FF2B5EF4-FFF2-40B4-BE49-F238E27FC236}">
                <a16:creationId xmlns:a16="http://schemas.microsoft.com/office/drawing/2014/main" id="{48BEB51A-F18F-5749-809D-EC078A513A09}"/>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2" name="Text Placeholder 4">
            <a:extLst>
              <a:ext uri="{FF2B5EF4-FFF2-40B4-BE49-F238E27FC236}">
                <a16:creationId xmlns:a16="http://schemas.microsoft.com/office/drawing/2014/main" id="{C6735154-D863-074C-BEF0-25E8F0836038}"/>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3" name="Text Placeholder 4">
            <a:extLst>
              <a:ext uri="{FF2B5EF4-FFF2-40B4-BE49-F238E27FC236}">
                <a16:creationId xmlns:a16="http://schemas.microsoft.com/office/drawing/2014/main" id="{C373B72A-00B1-9E4F-BC7F-202B2AC57FCC}"/>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4" name="Text Placeholder 4">
            <a:extLst>
              <a:ext uri="{FF2B5EF4-FFF2-40B4-BE49-F238E27FC236}">
                <a16:creationId xmlns:a16="http://schemas.microsoft.com/office/drawing/2014/main" id="{A584DDAC-74C3-8649-AA09-BE37E59266EB}"/>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5" name="Text Placeholder 4">
            <a:extLst>
              <a:ext uri="{FF2B5EF4-FFF2-40B4-BE49-F238E27FC236}">
                <a16:creationId xmlns:a16="http://schemas.microsoft.com/office/drawing/2014/main" id="{4BE98457-B105-874C-9706-66BA69C1AFC7}"/>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Tree>
    <p:extLst>
      <p:ext uri="{BB962C8B-B14F-4D97-AF65-F5344CB8AC3E}">
        <p14:creationId xmlns:p14="http://schemas.microsoft.com/office/powerpoint/2010/main" val="76795699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s-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10" name="Graphic 9">
            <a:extLst>
              <a:ext uri="{FF2B5EF4-FFF2-40B4-BE49-F238E27FC236}">
                <a16:creationId xmlns:a16="http://schemas.microsoft.com/office/drawing/2014/main" id="{7F2C7208-C4AB-4962-96F0-F897DFFC37C9}"/>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2" name="Title 2">
            <a:extLst>
              <a:ext uri="{FF2B5EF4-FFF2-40B4-BE49-F238E27FC236}">
                <a16:creationId xmlns:a16="http://schemas.microsoft.com/office/drawing/2014/main" id="{37B4F039-C58D-468E-394C-C92CD517A82F}"/>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Contents</a:t>
            </a:r>
          </a:p>
        </p:txBody>
      </p:sp>
      <p:sp>
        <p:nvSpPr>
          <p:cNvPr id="7" name="Text Placeholder 4">
            <a:extLst>
              <a:ext uri="{FF2B5EF4-FFF2-40B4-BE49-F238E27FC236}">
                <a16:creationId xmlns:a16="http://schemas.microsoft.com/office/drawing/2014/main" id="{EEBDF361-F375-D313-8D06-BDA2782784FE}"/>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01</a:t>
            </a:r>
          </a:p>
        </p:txBody>
      </p:sp>
      <p:sp>
        <p:nvSpPr>
          <p:cNvPr id="8" name="Text Placeholder 4">
            <a:extLst>
              <a:ext uri="{FF2B5EF4-FFF2-40B4-BE49-F238E27FC236}">
                <a16:creationId xmlns:a16="http://schemas.microsoft.com/office/drawing/2014/main" id="{BBC6E842-5D88-CC5C-F1DA-808D61BEE757}"/>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02</a:t>
            </a:r>
          </a:p>
        </p:txBody>
      </p:sp>
      <p:sp>
        <p:nvSpPr>
          <p:cNvPr id="11" name="Text Placeholder 4">
            <a:extLst>
              <a:ext uri="{FF2B5EF4-FFF2-40B4-BE49-F238E27FC236}">
                <a16:creationId xmlns:a16="http://schemas.microsoft.com/office/drawing/2014/main" id="{CD37A923-9C8E-6CA3-1F51-1680DBD25361}"/>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03</a:t>
            </a:r>
          </a:p>
        </p:txBody>
      </p:sp>
      <p:sp>
        <p:nvSpPr>
          <p:cNvPr id="12" name="Text Placeholder 4">
            <a:extLst>
              <a:ext uri="{FF2B5EF4-FFF2-40B4-BE49-F238E27FC236}">
                <a16:creationId xmlns:a16="http://schemas.microsoft.com/office/drawing/2014/main" id="{3DB5EB1A-8556-A82E-AC69-301BA431D9AC}"/>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04</a:t>
            </a:r>
          </a:p>
        </p:txBody>
      </p:sp>
      <p:sp>
        <p:nvSpPr>
          <p:cNvPr id="24" name="Text Placeholder 4">
            <a:extLst>
              <a:ext uri="{FF2B5EF4-FFF2-40B4-BE49-F238E27FC236}">
                <a16:creationId xmlns:a16="http://schemas.microsoft.com/office/drawing/2014/main" id="{11E3B50A-6363-7824-DFC1-3035609DF67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05</a:t>
            </a:r>
          </a:p>
        </p:txBody>
      </p:sp>
      <p:sp>
        <p:nvSpPr>
          <p:cNvPr id="27" name="Text Placeholder 4">
            <a:extLst>
              <a:ext uri="{FF2B5EF4-FFF2-40B4-BE49-F238E27FC236}">
                <a16:creationId xmlns:a16="http://schemas.microsoft.com/office/drawing/2014/main" id="{13E6F179-1003-654A-7321-F8FE6D12AC32}"/>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06</a:t>
            </a:r>
          </a:p>
        </p:txBody>
      </p:sp>
      <p:sp>
        <p:nvSpPr>
          <p:cNvPr id="28" name="Text Placeholder 4">
            <a:extLst>
              <a:ext uri="{FF2B5EF4-FFF2-40B4-BE49-F238E27FC236}">
                <a16:creationId xmlns:a16="http://schemas.microsoft.com/office/drawing/2014/main" id="{9A7166E3-13D7-44C2-45BA-F8800FCD1D93}"/>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9" name="Text Placeholder 4">
            <a:extLst>
              <a:ext uri="{FF2B5EF4-FFF2-40B4-BE49-F238E27FC236}">
                <a16:creationId xmlns:a16="http://schemas.microsoft.com/office/drawing/2014/main" id="{342EBD53-BF92-55A6-E85A-50AD5A80A5B1}"/>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0" name="Text Placeholder 4">
            <a:extLst>
              <a:ext uri="{FF2B5EF4-FFF2-40B4-BE49-F238E27FC236}">
                <a16:creationId xmlns:a16="http://schemas.microsoft.com/office/drawing/2014/main" id="{41709A76-8AD3-E8A8-447B-E2C8D00A4A1D}"/>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1" name="Text Placeholder 4">
            <a:extLst>
              <a:ext uri="{FF2B5EF4-FFF2-40B4-BE49-F238E27FC236}">
                <a16:creationId xmlns:a16="http://schemas.microsoft.com/office/drawing/2014/main" id="{FA4DA4A4-AEAC-105E-34C0-12EBA35F10E6}"/>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2" name="Text Placeholder 4">
            <a:extLst>
              <a:ext uri="{FF2B5EF4-FFF2-40B4-BE49-F238E27FC236}">
                <a16:creationId xmlns:a16="http://schemas.microsoft.com/office/drawing/2014/main" id="{B6DD83F2-9BFD-E0B8-4706-D7200B45DE3C}"/>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3" name="Text Placeholder 4">
            <a:extLst>
              <a:ext uri="{FF2B5EF4-FFF2-40B4-BE49-F238E27FC236}">
                <a16:creationId xmlns:a16="http://schemas.microsoft.com/office/drawing/2014/main" id="{0D94FEEB-2EA8-081B-0B69-F0ED7A8348AC}"/>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 name="TextBox 2">
            <a:extLst>
              <a:ext uri="{FF2B5EF4-FFF2-40B4-BE49-F238E27FC236}">
                <a16:creationId xmlns:a16="http://schemas.microsoft.com/office/drawing/2014/main" id="{A90CA163-9EEA-54E4-57D2-BFE989F6F9C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8A0B6ADF-5C55-9945-3F05-7FFC190F1FD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90239763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Agenda</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 name="Text Placeholder 4">
            <a:extLst>
              <a:ext uri="{FF2B5EF4-FFF2-40B4-BE49-F238E27FC236}">
                <a16:creationId xmlns:a16="http://schemas.microsoft.com/office/drawing/2014/main" id="{749D503E-C57A-9E5B-19CF-94AF46BB63B3}"/>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6" name="Text Placeholder 4">
            <a:extLst>
              <a:ext uri="{FF2B5EF4-FFF2-40B4-BE49-F238E27FC236}">
                <a16:creationId xmlns:a16="http://schemas.microsoft.com/office/drawing/2014/main" id="{42BD3FFC-05D4-6AF7-0434-C1AC0298E5CD}"/>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7" name="Text Placeholder 4">
            <a:extLst>
              <a:ext uri="{FF2B5EF4-FFF2-40B4-BE49-F238E27FC236}">
                <a16:creationId xmlns:a16="http://schemas.microsoft.com/office/drawing/2014/main" id="{D0952C60-604F-9F1A-9D20-17D094CE4831}"/>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8" name="Text Placeholder 4">
            <a:extLst>
              <a:ext uri="{FF2B5EF4-FFF2-40B4-BE49-F238E27FC236}">
                <a16:creationId xmlns:a16="http://schemas.microsoft.com/office/drawing/2014/main" id="{BD164F81-CDD1-C1B4-ED55-A3321E1032B0}"/>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1" name="Text Placeholder 4">
            <a:extLst>
              <a:ext uri="{FF2B5EF4-FFF2-40B4-BE49-F238E27FC236}">
                <a16:creationId xmlns:a16="http://schemas.microsoft.com/office/drawing/2014/main" id="{7DF71D53-1D3F-D8F8-96D5-6DE13F1A9CC8}"/>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2" name="Text Placeholder 4">
            <a:extLst>
              <a:ext uri="{FF2B5EF4-FFF2-40B4-BE49-F238E27FC236}">
                <a16:creationId xmlns:a16="http://schemas.microsoft.com/office/drawing/2014/main" id="{142F11AF-BF37-8BBB-B5E7-A8655CF9477B}"/>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Tree>
    <p:extLst>
      <p:ext uri="{BB962C8B-B14F-4D97-AF65-F5344CB8AC3E}">
        <p14:creationId xmlns:p14="http://schemas.microsoft.com/office/powerpoint/2010/main" val="92731537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Agenda</a:t>
            </a:r>
          </a:p>
        </p:txBody>
      </p:sp>
      <p:pic>
        <p:nvPicPr>
          <p:cNvPr id="27" name="Graphic 26">
            <a:extLst>
              <a:ext uri="{FF2B5EF4-FFF2-40B4-BE49-F238E27FC236}">
                <a16:creationId xmlns:a16="http://schemas.microsoft.com/office/drawing/2014/main" id="{404C027E-E5F6-C4D1-7BE4-B87D52F48E65}"/>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5" name="Text Placeholder 4">
            <a:extLst>
              <a:ext uri="{FF2B5EF4-FFF2-40B4-BE49-F238E27FC236}">
                <a16:creationId xmlns:a16="http://schemas.microsoft.com/office/drawing/2014/main" id="{6672B4D0-A39C-FAF6-B1FC-E8138006004A}"/>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9" name="Text Placeholder 4">
            <a:extLst>
              <a:ext uri="{FF2B5EF4-FFF2-40B4-BE49-F238E27FC236}">
                <a16:creationId xmlns:a16="http://schemas.microsoft.com/office/drawing/2014/main" id="{A00A134C-93F9-0B06-D8F4-9B3C7532A426}"/>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0" name="Text Placeholder 4">
            <a:extLst>
              <a:ext uri="{FF2B5EF4-FFF2-40B4-BE49-F238E27FC236}">
                <a16:creationId xmlns:a16="http://schemas.microsoft.com/office/drawing/2014/main" id="{E37B92C4-122A-5377-7B74-D58A2319E90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3" name="Text Placeholder 4">
            <a:extLst>
              <a:ext uri="{FF2B5EF4-FFF2-40B4-BE49-F238E27FC236}">
                <a16:creationId xmlns:a16="http://schemas.microsoft.com/office/drawing/2014/main" id="{D28A167B-CD8D-159B-58DB-AD9C0600F651}"/>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4" name="Text Placeholder 4">
            <a:extLst>
              <a:ext uri="{FF2B5EF4-FFF2-40B4-BE49-F238E27FC236}">
                <a16:creationId xmlns:a16="http://schemas.microsoft.com/office/drawing/2014/main" id="{D3238DD8-4A7D-554B-8216-37EA1F023174}"/>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5" name="Text Placeholder 4">
            <a:extLst>
              <a:ext uri="{FF2B5EF4-FFF2-40B4-BE49-F238E27FC236}">
                <a16:creationId xmlns:a16="http://schemas.microsoft.com/office/drawing/2014/main" id="{11D58AB5-54CF-F584-79F8-821E69DF6010}"/>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6" name="Text Placeholder 4">
            <a:extLst>
              <a:ext uri="{FF2B5EF4-FFF2-40B4-BE49-F238E27FC236}">
                <a16:creationId xmlns:a16="http://schemas.microsoft.com/office/drawing/2014/main" id="{6367AC01-84C2-7E8C-3BF8-201856803E21}"/>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3" name="Text Placeholder 4">
            <a:extLst>
              <a:ext uri="{FF2B5EF4-FFF2-40B4-BE49-F238E27FC236}">
                <a16:creationId xmlns:a16="http://schemas.microsoft.com/office/drawing/2014/main" id="{60B1A9C8-7F43-7DB1-4F91-53075745C4B6}"/>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4" name="Text Placeholder 4">
            <a:extLst>
              <a:ext uri="{FF2B5EF4-FFF2-40B4-BE49-F238E27FC236}">
                <a16:creationId xmlns:a16="http://schemas.microsoft.com/office/drawing/2014/main" id="{46C8629B-DFA8-41AA-9C67-96D3D02BED28}"/>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6" name="Text Placeholder 4">
            <a:extLst>
              <a:ext uri="{FF2B5EF4-FFF2-40B4-BE49-F238E27FC236}">
                <a16:creationId xmlns:a16="http://schemas.microsoft.com/office/drawing/2014/main" id="{11CC2B96-A6B1-5232-3AEE-F9B7FDBBC137}"/>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0" name="Text Placeholder 4">
            <a:extLst>
              <a:ext uri="{FF2B5EF4-FFF2-40B4-BE49-F238E27FC236}">
                <a16:creationId xmlns:a16="http://schemas.microsoft.com/office/drawing/2014/main" id="{7A18B250-73F5-69E3-5878-B1D8C984F427}"/>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1" name="Text Placeholder 4">
            <a:extLst>
              <a:ext uri="{FF2B5EF4-FFF2-40B4-BE49-F238E27FC236}">
                <a16:creationId xmlns:a16="http://schemas.microsoft.com/office/drawing/2014/main" id="{462FE180-ECE1-55D7-0248-053AC1E99B1F}"/>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 name="TextBox 1">
            <a:extLst>
              <a:ext uri="{FF2B5EF4-FFF2-40B4-BE49-F238E27FC236}">
                <a16:creationId xmlns:a16="http://schemas.microsoft.com/office/drawing/2014/main" id="{D3634F95-D03F-BB17-0BA8-0AB623989FD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50C2139A-0FDA-8116-257B-67457AE6A971}"/>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13301385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_Header_Custom_1">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19866F5-F57A-6C40-4D30-D67CB6A3D24E}"/>
              </a:ext>
            </a:extLst>
          </p:cNvPr>
          <p:cNvSpPr>
            <a:spLocks noGrp="1"/>
          </p:cNvSpPr>
          <p:nvPr>
            <p:ph type="title" hasCustomPrompt="1"/>
          </p:nvPr>
        </p:nvSpPr>
        <p:spPr>
          <a:xfrm>
            <a:off x="481265" y="1793240"/>
            <a:ext cx="5640805" cy="923330"/>
          </a:xfrm>
          <a:prstGeom prst="rect">
            <a:avLst/>
          </a:prstGeom>
        </p:spPr>
        <p:txBody>
          <a:bodyPr wrap="square">
            <a:spAutoFit/>
          </a:bodyPr>
          <a:lstStyle>
            <a:lvl1pPr>
              <a:defRPr sz="6000" b="1" i="0">
                <a:solidFill>
                  <a:schemeClr val="bg1"/>
                </a:solidFill>
                <a:latin typeface="+mj-lt"/>
                <a:cs typeface="Calibri Light" panose="020F0302020204030204" pitchFamily="34" charset="0"/>
              </a:defRPr>
            </a:lvl1pPr>
          </a:lstStyle>
          <a:p>
            <a:r>
              <a:rPr lang="en-US"/>
              <a:t>Section Header</a:t>
            </a:r>
          </a:p>
        </p:txBody>
      </p:sp>
      <p:sp>
        <p:nvSpPr>
          <p:cNvPr id="3" name="Text Placeholder 4">
            <a:extLst>
              <a:ext uri="{FF2B5EF4-FFF2-40B4-BE49-F238E27FC236}">
                <a16:creationId xmlns:a16="http://schemas.microsoft.com/office/drawing/2014/main" id="{B0EC5345-D2D0-6B03-7DDB-B62AB64329C8}"/>
              </a:ext>
            </a:extLst>
          </p:cNvPr>
          <p:cNvSpPr>
            <a:spLocks noGrp="1"/>
          </p:cNvSpPr>
          <p:nvPr>
            <p:ph type="body" sz="quarter" idx="10" hasCustomPrompt="1"/>
          </p:nvPr>
        </p:nvSpPr>
        <p:spPr>
          <a:xfrm>
            <a:off x="481265" y="1336040"/>
            <a:ext cx="498928" cy="321627"/>
          </a:xfrm>
          <a:prstGeom prst="rect">
            <a:avLst/>
          </a:prstGeom>
        </p:spPr>
        <p:txBody>
          <a:bodyPr wrap="square" anchor="t" anchorCtr="0">
            <a:spAutoFit/>
          </a:bodyPr>
          <a:lstStyle>
            <a:lvl1pPr algn="l">
              <a:defRPr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4" name="Text Placeholder 4">
            <a:extLst>
              <a:ext uri="{FF2B5EF4-FFF2-40B4-BE49-F238E27FC236}">
                <a16:creationId xmlns:a16="http://schemas.microsoft.com/office/drawing/2014/main" id="{CB32F50E-D900-4FFA-87A8-502151FBE20C}"/>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5" name="Graphic 4">
            <a:extLst>
              <a:ext uri="{FF2B5EF4-FFF2-40B4-BE49-F238E27FC236}">
                <a16:creationId xmlns:a16="http://schemas.microsoft.com/office/drawing/2014/main" id="{7BA73176-A11D-D62A-EC12-39C3DF983B1B}"/>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DDED43E1-5036-AF03-3AFC-AC404D716E48}"/>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B4AFFE7B-BAB3-2BE6-68C7-82413494811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55785553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_Header_Custiom_2">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5BDBBF2-452B-8A53-D3BC-946EEC403099}"/>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9" name="Text Placeholder 4">
            <a:extLst>
              <a:ext uri="{FF2B5EF4-FFF2-40B4-BE49-F238E27FC236}">
                <a16:creationId xmlns:a16="http://schemas.microsoft.com/office/drawing/2014/main" id="{2CA620CE-1B8B-D388-B43E-902BAFDB8F31}"/>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10" name="Text Placeholder 4">
            <a:extLst>
              <a:ext uri="{FF2B5EF4-FFF2-40B4-BE49-F238E27FC236}">
                <a16:creationId xmlns:a16="http://schemas.microsoft.com/office/drawing/2014/main" id="{9B21D373-42F2-86AB-3F79-81C1BE348209}"/>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8720EBE-A59D-52D5-044F-DF5C07F83D7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3F31129-9154-6101-E99F-40D9C428A70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BF7BD8E2-6131-A98D-36C8-080B716E4D6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0200985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_Header_Custiom_3">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BEA6F8A-F8D2-0E03-127C-C4C39351EE62}"/>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F86F72EA-0ABE-9A8E-4E77-930AA5496A56}"/>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7" name="Text Placeholder 4">
            <a:extLst>
              <a:ext uri="{FF2B5EF4-FFF2-40B4-BE49-F238E27FC236}">
                <a16:creationId xmlns:a16="http://schemas.microsoft.com/office/drawing/2014/main" id="{A5E6E347-3D84-596D-2504-6BB7F3483113}"/>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5684E56-61FE-0760-81FB-D738FF31CED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4AFDEA9-4B5D-18D7-3B7C-ADC156E9EFC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1C818241-0582-A630-8CB0-7598682D85E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86175493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_Header_Custiom_4">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8956E04-CBD7-E482-8975-949516BE35C7}"/>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4DF04DE8-18FA-CC1C-A2E5-416F24CA0863}"/>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7" name="Text Placeholder 4">
            <a:extLst>
              <a:ext uri="{FF2B5EF4-FFF2-40B4-BE49-F238E27FC236}">
                <a16:creationId xmlns:a16="http://schemas.microsoft.com/office/drawing/2014/main" id="{6BD1EAAB-FF14-59B6-EB7C-E327DBE47644}"/>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53ED1D57-42C1-01EC-FDEC-8930A13F02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FA158379-42B6-CCBC-ACEF-3055CDBB2D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48C1715E-3786-F104-88AB-8B85E2F6D91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12694547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claimer">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BC286D-0325-2652-6DE3-BC17B7921CDE}"/>
              </a:ext>
            </a:extLst>
          </p:cNvPr>
          <p:cNvSpPr txBox="1"/>
          <p:nvPr userDrawn="1"/>
        </p:nvSpPr>
        <p:spPr>
          <a:xfrm>
            <a:off x="481264" y="1667844"/>
            <a:ext cx="4403565" cy="1015663"/>
          </a:xfrm>
          <a:prstGeom prst="rect">
            <a:avLst/>
          </a:prstGeom>
        </p:spPr>
        <p:txBody>
          <a:bodyPr vert="horz" wrap="square" lIns="0" tIns="0" rIns="0" bIns="0" rtlCol="0" anchor="t">
            <a:spAutoFit/>
          </a:bodyPr>
          <a:lstStyle>
            <a:lvl1pPr>
              <a:lnSpc>
                <a:spcPct val="100000"/>
              </a:lnSpc>
              <a:spcBef>
                <a:spcPct val="0"/>
              </a:spcBef>
              <a:buNone/>
              <a:defRPr lang="en-US" sz="6000" b="1" i="0">
                <a:solidFill>
                  <a:schemeClr val="bg1"/>
                </a:solidFill>
                <a:latin typeface="+mj-lt"/>
                <a:ea typeface="Calibri" panose="020F0502020204030204" pitchFamily="34" charset="0"/>
                <a:cs typeface="Calibri Light" panose="020F0302020204030204" pitchFamily="34" charset="0"/>
              </a:defRPr>
            </a:lvl1pPr>
          </a:lstStyle>
          <a:p>
            <a:pPr lvl="0"/>
            <a:r>
              <a:rPr lang="en-US"/>
              <a:t>Disclaimer</a:t>
            </a:r>
          </a:p>
        </p:txBody>
      </p:sp>
      <p:sp>
        <p:nvSpPr>
          <p:cNvPr id="7" name="Title 4">
            <a:extLst>
              <a:ext uri="{FF2B5EF4-FFF2-40B4-BE49-F238E27FC236}">
                <a16:creationId xmlns:a16="http://schemas.microsoft.com/office/drawing/2014/main" id="{5C60129C-ED73-46C0-0FB7-BB32CA2BD978}"/>
              </a:ext>
            </a:extLst>
          </p:cNvPr>
          <p:cNvSpPr txBox="1"/>
          <p:nvPr userDrawn="1"/>
        </p:nvSpPr>
        <p:spPr>
          <a:xfrm>
            <a:off x="481263" y="2919114"/>
            <a:ext cx="6664971" cy="1050737"/>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nSpc>
                <a:spcPct val="150000"/>
              </a:lnSpc>
            </a:pPr>
            <a:r>
              <a:rPr lang="en-US" sz="2400" b="0">
                <a:solidFill>
                  <a:schemeClr val="bg1"/>
                </a:solidFill>
                <a:latin typeface="Calibri Light"/>
                <a:cs typeface="Calibri Light"/>
              </a:rPr>
              <a:t>Do not share this presentation without a signed NDA.</a:t>
            </a:r>
            <a:endParaRPr lang="en-US" sz="2400">
              <a:solidFill>
                <a:schemeClr val="bg1"/>
              </a:solidFill>
              <a:latin typeface="Calibri Light"/>
              <a:cs typeface="Calibri Light"/>
            </a:endParaRPr>
          </a:p>
          <a:p>
            <a:pPr>
              <a:lnSpc>
                <a:spcPct val="150000"/>
              </a:lnSpc>
            </a:pPr>
            <a:r>
              <a:rPr lang="en-US" sz="2400" b="0">
                <a:solidFill>
                  <a:schemeClr val="bg1"/>
                </a:solidFill>
                <a:latin typeface="Calibri Light"/>
                <a:cs typeface="Calibri Light"/>
              </a:rPr>
              <a:t>Convert to PDF to protect sensitive slide notes.</a:t>
            </a:r>
            <a:endParaRPr lang="en-US" sz="2400">
              <a:solidFill>
                <a:schemeClr val="bg1"/>
              </a:solidFill>
              <a:latin typeface="Calibri Light"/>
              <a:cs typeface="Calibri Light"/>
            </a:endParaRPr>
          </a:p>
        </p:txBody>
      </p:sp>
      <p:pic>
        <p:nvPicPr>
          <p:cNvPr id="8" name="Picture 7">
            <a:extLst>
              <a:ext uri="{FF2B5EF4-FFF2-40B4-BE49-F238E27FC236}">
                <a16:creationId xmlns:a16="http://schemas.microsoft.com/office/drawing/2014/main" id="{EF3464A0-B9BD-B9A5-38BA-45F5800B2DA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1264" y="872962"/>
            <a:ext cx="668294" cy="622205"/>
          </a:xfrm>
          <a:prstGeom prst="rect">
            <a:avLst/>
          </a:prstGeom>
        </p:spPr>
      </p:pic>
      <p:pic>
        <p:nvPicPr>
          <p:cNvPr id="2" name="Graphic 1">
            <a:extLst>
              <a:ext uri="{FF2B5EF4-FFF2-40B4-BE49-F238E27FC236}">
                <a16:creationId xmlns:a16="http://schemas.microsoft.com/office/drawing/2014/main" id="{C9E71BD3-C16B-E833-87BA-15C30377643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4D42082F-236C-033C-4BB1-ED91055E10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43DDC278-1F97-461F-020F-97C4F17BCD4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03076820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Pictur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7938C55-B3F7-9703-7D1F-180F6B14FACD}"/>
              </a:ext>
            </a:extLst>
          </p:cNvPr>
          <p:cNvSpPr>
            <a:spLocks noGrp="1"/>
          </p:cNvSpPr>
          <p:nvPr>
            <p:ph type="pic" sz="quarter" idx="12"/>
          </p:nvPr>
        </p:nvSpPr>
        <p:spPr>
          <a:xfrm>
            <a:off x="0" y="0"/>
            <a:ext cx="12192000" cy="6858000"/>
          </a:xfrm>
        </p:spPr>
        <p:txBody>
          <a:bodyPr/>
          <a:lstStyle/>
          <a:p>
            <a:endParaRPr lang="en-US"/>
          </a:p>
        </p:txBody>
      </p:sp>
      <p:pic>
        <p:nvPicPr>
          <p:cNvPr id="5" name="Graphic 4">
            <a:extLst>
              <a:ext uri="{FF2B5EF4-FFF2-40B4-BE49-F238E27FC236}">
                <a16:creationId xmlns:a16="http://schemas.microsoft.com/office/drawing/2014/main" id="{BAB1331E-AD8D-C6DD-2EB9-162F1E8744C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38E73F41-F196-FE58-99BD-8AFA2B909861}"/>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ECA775BE-E377-94D3-AEB3-0F6AC5EABBE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2" name="Text Placeholder 7">
            <a:extLst>
              <a:ext uri="{FF2B5EF4-FFF2-40B4-BE49-F238E27FC236}">
                <a16:creationId xmlns:a16="http://schemas.microsoft.com/office/drawing/2014/main" id="{51296AC5-6772-5447-9F7F-930222E7DD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3" name="Title 8">
            <a:extLst>
              <a:ext uri="{FF2B5EF4-FFF2-40B4-BE49-F238E27FC236}">
                <a16:creationId xmlns:a16="http://schemas.microsoft.com/office/drawing/2014/main" id="{522FF93D-C8A6-33EF-5BC7-877E52BEE05B}"/>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7" name="Text Placeholder 4">
            <a:extLst>
              <a:ext uri="{FF2B5EF4-FFF2-40B4-BE49-F238E27FC236}">
                <a16:creationId xmlns:a16="http://schemas.microsoft.com/office/drawing/2014/main" id="{FA81627C-09AF-5EC8-CA35-DF312ECADD9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292218292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Light">
    <p:spTree>
      <p:nvGrpSpPr>
        <p:cNvPr id="1" name=""/>
        <p:cNvGrpSpPr/>
        <p:nvPr/>
      </p:nvGrpSpPr>
      <p:grpSpPr>
        <a:xfrm>
          <a:off x="0" y="0"/>
          <a:ext cx="0" cy="0"/>
          <a:chOff x="0" y="0"/>
          <a:chExt cx="0" cy="0"/>
        </a:xfrm>
      </p:grpSpPr>
      <p:pic>
        <p:nvPicPr>
          <p:cNvPr id="4" name="Picture 3" descr="Background pattern&#10;&#10;Description automatically generated with medium confidence">
            <a:extLst>
              <a:ext uri="{FF2B5EF4-FFF2-40B4-BE49-F238E27FC236}">
                <a16:creationId xmlns:a16="http://schemas.microsoft.com/office/drawing/2014/main" id="{93E89BDD-DFE0-2F52-8234-B4BA719C24D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45299"/>
          </a:xfrm>
          <a:prstGeom prst="rect">
            <a:avLst/>
          </a:prstGeom>
        </p:spPr>
      </p:pic>
      <p:pic>
        <p:nvPicPr>
          <p:cNvPr id="5" name="Graphic 4">
            <a:extLst>
              <a:ext uri="{FF2B5EF4-FFF2-40B4-BE49-F238E27FC236}">
                <a16:creationId xmlns:a16="http://schemas.microsoft.com/office/drawing/2014/main" id="{BAB1331E-AD8D-C6DD-2EB9-162F1E8744C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38E73F41-F196-FE58-99BD-8AFA2B909861}"/>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ECA775BE-E377-94D3-AEB3-0F6AC5EABBE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2" name="Text Placeholder 7">
            <a:extLst>
              <a:ext uri="{FF2B5EF4-FFF2-40B4-BE49-F238E27FC236}">
                <a16:creationId xmlns:a16="http://schemas.microsoft.com/office/drawing/2014/main" id="{51296AC5-6772-5447-9F7F-930222E7DD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3" name="Title 8">
            <a:extLst>
              <a:ext uri="{FF2B5EF4-FFF2-40B4-BE49-F238E27FC236}">
                <a16:creationId xmlns:a16="http://schemas.microsoft.com/office/drawing/2014/main" id="{522FF93D-C8A6-33EF-5BC7-877E52BEE05B}"/>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7" name="Text Placeholder 4">
            <a:extLst>
              <a:ext uri="{FF2B5EF4-FFF2-40B4-BE49-F238E27FC236}">
                <a16:creationId xmlns:a16="http://schemas.microsoft.com/office/drawing/2014/main" id="{FA81627C-09AF-5EC8-CA35-DF312ECADD9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75144755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Light-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8E60C0F2-79B7-EE1B-6041-90317B3CB1E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5199D6FE-5F94-4710-8291-B3438158799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13F08F0-0194-EA75-42BA-A0773D6D3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5EBCD999-82B2-EE7A-6B7F-62E9DF0FC3BB}"/>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5" name="Text Placeholder 7">
            <a:extLst>
              <a:ext uri="{FF2B5EF4-FFF2-40B4-BE49-F238E27FC236}">
                <a16:creationId xmlns:a16="http://schemas.microsoft.com/office/drawing/2014/main" id="{F60BC1F9-F5BB-BACB-98D9-6B1EA76689A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21A2213A-A5D0-F62A-BDB3-8BB538A659C6}"/>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500BD8D1-BEE3-CC7B-18BC-B2C6739412DA}"/>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12070217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Light-3">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47254E77-EA64-0D5B-1B56-09AF228EFA4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41AD50E6-D58E-3D8C-41A0-48F21CC758C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BEC493A-D2B3-E243-2D3B-B6C3183A317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0AF48D13-7FE0-0CB2-89F9-E7AA85593DB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5" name="Text Placeholder 7">
            <a:extLst>
              <a:ext uri="{FF2B5EF4-FFF2-40B4-BE49-F238E27FC236}">
                <a16:creationId xmlns:a16="http://schemas.microsoft.com/office/drawing/2014/main" id="{7D221B2F-F01A-3D8B-58F3-2E0CD57769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7" name="Title 8">
            <a:extLst>
              <a:ext uri="{FF2B5EF4-FFF2-40B4-BE49-F238E27FC236}">
                <a16:creationId xmlns:a16="http://schemas.microsoft.com/office/drawing/2014/main" id="{5E154CAE-C4D8-C2A0-6BE8-461C3B8FA5B3}"/>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8" name="Text Placeholder 4">
            <a:extLst>
              <a:ext uri="{FF2B5EF4-FFF2-40B4-BE49-F238E27FC236}">
                <a16:creationId xmlns:a16="http://schemas.microsoft.com/office/drawing/2014/main" id="{702DE92A-A744-9D66-5950-661ECF019C8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233842202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Light-4">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5381F3-7ADD-A798-2917-70C400E5FC0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704668" y="2820541"/>
            <a:ext cx="4487332" cy="4037459"/>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9" name="Text Placeholder 7">
            <a:extLst>
              <a:ext uri="{FF2B5EF4-FFF2-40B4-BE49-F238E27FC236}">
                <a16:creationId xmlns:a16="http://schemas.microsoft.com/office/drawing/2014/main" id="{5747460E-84D6-E4C7-66CE-0A88D0D3B7E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4C926E2E-67D5-D03F-CAF1-D936DD3C015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470B9D3F-8FFD-EE49-3B30-05286E2EBB66}"/>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141094355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Light-5">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35273E55-8F47-AC18-08B7-C31C53E2A27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9" name="Text Placeholder 7">
            <a:extLst>
              <a:ext uri="{FF2B5EF4-FFF2-40B4-BE49-F238E27FC236}">
                <a16:creationId xmlns:a16="http://schemas.microsoft.com/office/drawing/2014/main" id="{CBBCDB36-A5F4-DF81-FE84-1CBB0550822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36520FD8-AF16-A7D1-FBFD-C07B1B5276A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BEA145C4-F1AE-010B-FC94-C27466A668E5}"/>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340670991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1896"/>
            <a:ext cx="11274552"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871437724"/>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382446"/>
            <a:ext cx="11277600" cy="227153"/>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04728777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ct val="0"/>
              </a:spcBef>
              <a:buNone/>
              <a:defRPr sz="1600" b="1" i="0">
                <a:solidFill>
                  <a:schemeClr val="tx1"/>
                </a:solidFill>
              </a:defRPr>
            </a:lvl1pPr>
          </a:lstStyle>
          <a:p>
            <a:pPr lvl="0"/>
            <a:r>
              <a:rPr lang="en-US"/>
              <a:t>Edit Master text styles</a:t>
            </a:r>
          </a:p>
        </p:txBody>
      </p:sp>
      <p:sp>
        <p:nvSpPr>
          <p:cNvPr id="2" name="Title 1">
            <a:extLst>
              <a:ext uri="{FF2B5EF4-FFF2-40B4-BE49-F238E27FC236}">
                <a16:creationId xmlns:a16="http://schemas.microsoft.com/office/drawing/2014/main" id="{51B4284D-C7B7-AF33-505C-3BCE705434E9}"/>
              </a:ext>
            </a:extLst>
          </p:cNvPr>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B418F01-7458-5697-8809-828225EE1CA7}"/>
              </a:ext>
            </a:extLst>
          </p:cNvPr>
          <p:cNvSpPr>
            <a:spLocks noGrp="1"/>
          </p:cNvSpPr>
          <p:nvPr>
            <p:ph type="body" sz="quarter" idx="15" hasCustomPrompt="1"/>
          </p:nvPr>
        </p:nvSpPr>
        <p:spPr>
          <a:xfrm>
            <a:off x="457200" y="382446"/>
            <a:ext cx="11277600" cy="227153"/>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68874356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60958413"/>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3010F0C-E353-B615-EE43-DC7134E728C4}"/>
              </a:ext>
            </a:extLst>
          </p:cNvPr>
          <p:cNvSpPr>
            <a:spLocks noGrp="1"/>
          </p:cNvSpPr>
          <p:nvPr>
            <p:ph type="body" sz="quarter" idx="15" hasCustomPrompt="1"/>
          </p:nvPr>
        </p:nvSpPr>
        <p:spPr>
          <a:xfrm>
            <a:off x="457200" y="382447"/>
            <a:ext cx="11283826" cy="218934"/>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61781915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Sub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US"/>
              <a:t>Click to edit Master title style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7" name="Text Placeholder 8">
            <a:extLst>
              <a:ext uri="{FF2B5EF4-FFF2-40B4-BE49-F238E27FC236}">
                <a16:creationId xmlns:a16="http://schemas.microsoft.com/office/drawing/2014/main" id="{AA4049EA-1C80-CEF2-C39E-9249C1D295FE}"/>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ct val="0"/>
              </a:spcBef>
              <a:buNone/>
              <a:defRPr sz="1600" b="1" i="0">
                <a:solidFill>
                  <a:schemeClr val="bg1"/>
                </a:solidFill>
              </a:defRPr>
            </a:lvl1pPr>
          </a:lstStyle>
          <a:p>
            <a:pPr lvl="0"/>
            <a:r>
              <a:rPr lang="en-US"/>
              <a:t>Edit Master text styles</a:t>
            </a:r>
          </a:p>
        </p:txBody>
      </p:sp>
      <p:sp>
        <p:nvSpPr>
          <p:cNvPr id="2" name="Text Placeholder 10">
            <a:extLst>
              <a:ext uri="{FF2B5EF4-FFF2-40B4-BE49-F238E27FC236}">
                <a16:creationId xmlns:a16="http://schemas.microsoft.com/office/drawing/2014/main" id="{B28893ED-B704-EEE7-0A2C-94F6E44088D0}"/>
              </a:ext>
            </a:extLst>
          </p:cNvPr>
          <p:cNvSpPr>
            <a:spLocks noGrp="1"/>
          </p:cNvSpPr>
          <p:nvPr>
            <p:ph type="body" sz="quarter" idx="15" hasCustomPrompt="1"/>
          </p:nvPr>
        </p:nvSpPr>
        <p:spPr>
          <a:xfrm>
            <a:off x="457200" y="382447"/>
            <a:ext cx="11283826" cy="218934"/>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66336496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5988049"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5"/>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9D2FFF58-70EB-C86F-9E59-1581F18B872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6" name="Title 1">
            <a:extLst>
              <a:ext uri="{FF2B5EF4-FFF2-40B4-BE49-F238E27FC236}">
                <a16:creationId xmlns:a16="http://schemas.microsoft.com/office/drawing/2014/main" id="{BFF9120F-E29C-8B3A-D5EB-E673F7B24C97}"/>
              </a:ext>
            </a:extLst>
          </p:cNvPr>
          <p:cNvSpPr>
            <a:spLocks noGrp="1"/>
          </p:cNvSpPr>
          <p:nvPr>
            <p:ph type="title"/>
          </p:nvPr>
        </p:nvSpPr>
        <p:spPr>
          <a:xfrm>
            <a:off x="472698" y="723900"/>
            <a:ext cx="5530849" cy="457200"/>
          </a:xfrm>
        </p:spPr>
        <p:txBody>
          <a:bodyPr/>
          <a:lstStyle>
            <a:lvl1pPr>
              <a:defRPr b="1">
                <a:solidFill>
                  <a:schemeClr val="bg1"/>
                </a:solidFill>
                <a:latin typeface="+mn-lt"/>
              </a:defRPr>
            </a:lvl1pPr>
          </a:lstStyle>
          <a:p>
            <a:r>
              <a:rPr lang="en-US"/>
              <a:t>Click to edit Master title style</a:t>
            </a:r>
          </a:p>
        </p:txBody>
      </p:sp>
      <p:sp>
        <p:nvSpPr>
          <p:cNvPr id="10" name="Text Placeholder 10">
            <a:extLst>
              <a:ext uri="{FF2B5EF4-FFF2-40B4-BE49-F238E27FC236}">
                <a16:creationId xmlns:a16="http://schemas.microsoft.com/office/drawing/2014/main" id="{8A6D870D-A9F4-488C-8ECB-5016711134CD}"/>
              </a:ext>
            </a:extLst>
          </p:cNvPr>
          <p:cNvSpPr>
            <a:spLocks noGrp="1"/>
          </p:cNvSpPr>
          <p:nvPr>
            <p:ph type="body" sz="quarter" idx="15" hasCustomPrompt="1"/>
          </p:nvPr>
        </p:nvSpPr>
        <p:spPr>
          <a:xfrm>
            <a:off x="472697" y="382447"/>
            <a:ext cx="5515351" cy="266482"/>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212557897"/>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rrow-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5988049"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FF9120F-E29C-8B3A-D5EB-E673F7B24C97}"/>
              </a:ext>
            </a:extLst>
          </p:cNvPr>
          <p:cNvSpPr>
            <a:spLocks noGrp="1"/>
          </p:cNvSpPr>
          <p:nvPr>
            <p:ph type="title"/>
          </p:nvPr>
        </p:nvSpPr>
        <p:spPr>
          <a:xfrm>
            <a:off x="472698" y="723900"/>
            <a:ext cx="5530849" cy="457200"/>
          </a:xfrm>
        </p:spPr>
        <p:txBody>
          <a:bodyPr/>
          <a:lstStyle>
            <a:lvl1pPr>
              <a:defRPr b="1">
                <a:solidFill>
                  <a:schemeClr val="tx1"/>
                </a:solidFill>
                <a:latin typeface="+mn-lt"/>
              </a:defRPr>
            </a:lvl1pPr>
          </a:lstStyle>
          <a:p>
            <a:r>
              <a:rPr lang="en-US"/>
              <a:t>Click to edit Master title style</a:t>
            </a:r>
          </a:p>
        </p:txBody>
      </p:sp>
      <p:sp>
        <p:nvSpPr>
          <p:cNvPr id="10" name="Text Placeholder 10">
            <a:extLst>
              <a:ext uri="{FF2B5EF4-FFF2-40B4-BE49-F238E27FC236}">
                <a16:creationId xmlns:a16="http://schemas.microsoft.com/office/drawing/2014/main" id="{8A6D870D-A9F4-488C-8ECB-5016711134CD}"/>
              </a:ext>
            </a:extLst>
          </p:cNvPr>
          <p:cNvSpPr>
            <a:spLocks noGrp="1"/>
          </p:cNvSpPr>
          <p:nvPr>
            <p:ph type="body" sz="quarter" idx="15" hasCustomPrompt="1"/>
          </p:nvPr>
        </p:nvSpPr>
        <p:spPr>
          <a:xfrm>
            <a:off x="472697" y="382447"/>
            <a:ext cx="5530849" cy="248174"/>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3" name="Graphic 2">
            <a:extLst>
              <a:ext uri="{FF2B5EF4-FFF2-40B4-BE49-F238E27FC236}">
                <a16:creationId xmlns:a16="http://schemas.microsoft.com/office/drawing/2014/main" id="{99CE1444-B151-5430-2753-A94BFE59863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334258148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rrow-Two">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891C23-3EE8-0CED-28FE-170D18A2D615}"/>
              </a:ext>
            </a:extLst>
          </p:cNvPr>
          <p:cNvGrpSpPr/>
          <p:nvPr userDrawn="1"/>
        </p:nvGrpSpPr>
        <p:grpSpPr>
          <a:xfrm>
            <a:off x="3909694" y="-2"/>
            <a:ext cx="4653972" cy="6858002"/>
            <a:chOff x="3300840" y="-2"/>
            <a:chExt cx="4653972" cy="6858002"/>
          </a:xfrm>
          <a:solidFill>
            <a:schemeClr val="bg1">
              <a:lumMod val="95000"/>
            </a:schemeClr>
          </a:solidFill>
        </p:grpSpPr>
        <p:sp>
          <p:nvSpPr>
            <p:cNvPr id="10" name="Rectangle 9">
              <a:extLst>
                <a:ext uri="{FF2B5EF4-FFF2-40B4-BE49-F238E27FC236}">
                  <a16:creationId xmlns:a16="http://schemas.microsoft.com/office/drawing/2014/main" id="{3E4E5E53-9F1A-D61C-9EEB-E1510482E5BF}"/>
                </a:ext>
              </a:extLst>
            </p:cNvPr>
            <p:cNvSpPr/>
            <p:nvPr userDrawn="1"/>
          </p:nvSpPr>
          <p:spPr bwMode="auto">
            <a:xfrm>
              <a:off x="3300840" y="0"/>
              <a:ext cx="4110732" cy="6858000"/>
            </a:xfrm>
            <a:prstGeom prst="rect">
              <a:avLst/>
            </a:prstGeom>
            <a:grp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Isosceles Triangle 13">
              <a:extLst>
                <a:ext uri="{FF2B5EF4-FFF2-40B4-BE49-F238E27FC236}">
                  <a16:creationId xmlns:a16="http://schemas.microsoft.com/office/drawing/2014/main" id="{DF41968F-990C-67B1-0475-04E0249E281A}"/>
                </a:ext>
              </a:extLst>
            </p:cNvPr>
            <p:cNvSpPr/>
            <p:nvPr userDrawn="1"/>
          </p:nvSpPr>
          <p:spPr>
            <a:xfrm rot="5400000" flipH="1">
              <a:off x="4249415" y="3152602"/>
              <a:ext cx="6858002" cy="55279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B17DFB89-A9BD-47AC-B57A-7869039229B5}"/>
              </a:ext>
            </a:extLst>
          </p:cNvPr>
          <p:cNvSpPr/>
          <p:nvPr userDrawn="1"/>
        </p:nvSpPr>
        <p:spPr bwMode="auto">
          <a:xfrm>
            <a:off x="-1" y="0"/>
            <a:ext cx="4076701"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925900" y="3152602"/>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180E4AD9-5B60-F04F-FEE1-80647A0EADEE}"/>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189EAA6-8653-D9C5-4653-C4B7BB2BB32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80157782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rrow-Two-L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891C23-3EE8-0CED-28FE-170D18A2D615}"/>
              </a:ext>
            </a:extLst>
          </p:cNvPr>
          <p:cNvGrpSpPr/>
          <p:nvPr userDrawn="1"/>
        </p:nvGrpSpPr>
        <p:grpSpPr>
          <a:xfrm>
            <a:off x="3909694" y="-2"/>
            <a:ext cx="4653972" cy="6858002"/>
            <a:chOff x="3300840" y="-2"/>
            <a:chExt cx="4653972" cy="6858002"/>
          </a:xfrm>
          <a:solidFill>
            <a:schemeClr val="bg1">
              <a:lumMod val="95000"/>
            </a:schemeClr>
          </a:solidFill>
        </p:grpSpPr>
        <p:sp>
          <p:nvSpPr>
            <p:cNvPr id="10" name="Rectangle 9">
              <a:extLst>
                <a:ext uri="{FF2B5EF4-FFF2-40B4-BE49-F238E27FC236}">
                  <a16:creationId xmlns:a16="http://schemas.microsoft.com/office/drawing/2014/main" id="{3E4E5E53-9F1A-D61C-9EEB-E1510482E5BF}"/>
                </a:ext>
              </a:extLst>
            </p:cNvPr>
            <p:cNvSpPr/>
            <p:nvPr userDrawn="1"/>
          </p:nvSpPr>
          <p:spPr bwMode="auto">
            <a:xfrm>
              <a:off x="3300840" y="0"/>
              <a:ext cx="4110732" cy="6858000"/>
            </a:xfrm>
            <a:prstGeom prst="rect">
              <a:avLst/>
            </a:prstGeom>
            <a:grp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Isosceles Triangle 13">
              <a:extLst>
                <a:ext uri="{FF2B5EF4-FFF2-40B4-BE49-F238E27FC236}">
                  <a16:creationId xmlns:a16="http://schemas.microsoft.com/office/drawing/2014/main" id="{DF41968F-990C-67B1-0475-04E0249E281A}"/>
                </a:ext>
              </a:extLst>
            </p:cNvPr>
            <p:cNvSpPr/>
            <p:nvPr userDrawn="1"/>
          </p:nvSpPr>
          <p:spPr>
            <a:xfrm rot="5400000" flipH="1">
              <a:off x="4249415" y="3152602"/>
              <a:ext cx="6858002" cy="55279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B17DFB89-A9BD-47AC-B57A-7869039229B5}"/>
              </a:ext>
            </a:extLst>
          </p:cNvPr>
          <p:cNvSpPr/>
          <p:nvPr userDrawn="1"/>
        </p:nvSpPr>
        <p:spPr bwMode="auto">
          <a:xfrm>
            <a:off x="-1" y="0"/>
            <a:ext cx="4076701" cy="6858000"/>
          </a:xfrm>
          <a:prstGeom prst="rect">
            <a:avLst/>
          </a:prstGeom>
          <a:solidFill>
            <a:schemeClr val="bg1">
              <a:lumMod val="8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925900" y="3152602"/>
            <a:ext cx="6858002" cy="552793"/>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FFAD25ED-AE91-37B4-AD11-FA5C9D20B279}"/>
              </a:ext>
            </a:extLst>
          </p:cNvPr>
          <p:cNvSpPr>
            <a:spLocks noGrp="1"/>
          </p:cNvSpPr>
          <p:nvPr>
            <p:ph type="title"/>
          </p:nvPr>
        </p:nvSpPr>
        <p:spPr>
          <a:xfrm>
            <a:off x="472699" y="723900"/>
            <a:ext cx="3604002" cy="457200"/>
          </a:xfrm>
        </p:spPr>
        <p:txBody>
          <a:bodyPr/>
          <a:lstStyle>
            <a:lvl1pPr>
              <a:defRPr b="1">
                <a:solidFill>
                  <a:schemeClr val="tx1"/>
                </a:solidFill>
                <a:latin typeface="+mn-lt"/>
              </a:defRPr>
            </a:lvl1pPr>
          </a:lstStyle>
          <a:p>
            <a:r>
              <a:rPr lang="en-US"/>
              <a:t>Click to edit Master title style</a:t>
            </a:r>
          </a:p>
        </p:txBody>
      </p:sp>
      <p:sp>
        <p:nvSpPr>
          <p:cNvPr id="9" name="Text Placeholder 10">
            <a:extLst>
              <a:ext uri="{FF2B5EF4-FFF2-40B4-BE49-F238E27FC236}">
                <a16:creationId xmlns:a16="http://schemas.microsoft.com/office/drawing/2014/main" id="{971D7926-BF31-264B-4798-D00BB8F76341}"/>
              </a:ext>
            </a:extLst>
          </p:cNvPr>
          <p:cNvSpPr>
            <a:spLocks noGrp="1"/>
          </p:cNvSpPr>
          <p:nvPr>
            <p:ph type="body" sz="quarter" idx="15" hasCustomPrompt="1"/>
          </p:nvPr>
        </p:nvSpPr>
        <p:spPr>
          <a:xfrm>
            <a:off x="472698"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11" name="Graphic 10">
            <a:extLst>
              <a:ext uri="{FF2B5EF4-FFF2-40B4-BE49-F238E27FC236}">
                <a16:creationId xmlns:a16="http://schemas.microsoft.com/office/drawing/2014/main" id="{7BC5BA47-67A4-A39E-D8E2-14783A2636C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3353692261"/>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tx1"/>
                </a:solidFill>
                <a:latin typeface="+mn-lt"/>
              </a:defRPr>
            </a:lvl1pPr>
          </a:lstStyle>
          <a:p>
            <a:r>
              <a:rPr lang="en-US"/>
              <a:t>Click to edit Master title style</a:t>
            </a:r>
          </a:p>
        </p:txBody>
      </p:sp>
      <p:sp>
        <p:nvSpPr>
          <p:cNvPr id="5" name="TextBox 4">
            <a:extLst>
              <a:ext uri="{FF2B5EF4-FFF2-40B4-BE49-F238E27FC236}">
                <a16:creationId xmlns:a16="http://schemas.microsoft.com/office/drawing/2014/main" id="{AD091D4E-6AE3-3F04-D0A0-8C96044CC29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5678EB0A-0FF2-079E-6368-97511A388F2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7" name="Text Placeholder 10">
            <a:extLst>
              <a:ext uri="{FF2B5EF4-FFF2-40B4-BE49-F238E27FC236}">
                <a16:creationId xmlns:a16="http://schemas.microsoft.com/office/drawing/2014/main" id="{83451C33-C50B-2437-2DDE-351705045F2E}"/>
              </a:ext>
            </a:extLst>
          </p:cNvPr>
          <p:cNvSpPr>
            <a:spLocks noGrp="1"/>
          </p:cNvSpPr>
          <p:nvPr>
            <p:ph type="body" sz="quarter" idx="15" hasCustomPrompt="1"/>
          </p:nvPr>
        </p:nvSpPr>
        <p:spPr>
          <a:xfrm>
            <a:off x="457200" y="382446"/>
            <a:ext cx="8252847" cy="227154"/>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61985511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1/6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5" y="0"/>
            <a:ext cx="2371722"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B1E6AE37-FC1E-5269-1E83-C3E9928ED25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607A8488-5F43-686E-E10B-16D16E352EE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7B7DE099-ACDF-D41B-FBC3-5EE9A76F4C28}"/>
              </a:ext>
            </a:extLst>
          </p:cNvPr>
          <p:cNvSpPr>
            <a:spLocks noGrp="1"/>
          </p:cNvSpPr>
          <p:nvPr>
            <p:ph type="title"/>
          </p:nvPr>
        </p:nvSpPr>
        <p:spPr>
          <a:xfrm>
            <a:off x="457200" y="723900"/>
            <a:ext cx="7450138" cy="457200"/>
          </a:xfrm>
        </p:spPr>
        <p:txBody>
          <a:bodyPr/>
          <a:lstStyle>
            <a:lvl1pPr>
              <a:defRPr b="1">
                <a:solidFill>
                  <a:schemeClr val="tx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AF7055BE-CD0F-6E9E-5992-4C7B9EF5FAB5}"/>
              </a:ext>
            </a:extLst>
          </p:cNvPr>
          <p:cNvSpPr>
            <a:spLocks noGrp="1"/>
          </p:cNvSpPr>
          <p:nvPr>
            <p:ph type="body" sz="quarter" idx="15" hasCustomPrompt="1"/>
          </p:nvPr>
        </p:nvSpPr>
        <p:spPr>
          <a:xfrm>
            <a:off x="457199" y="382446"/>
            <a:ext cx="7450137"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094433211"/>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se Study-1/6-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0FD50C-06F7-21CC-1F6A-D75586A5063A}"/>
              </a:ext>
            </a:extLst>
          </p:cNvPr>
          <p:cNvSpPr/>
          <p:nvPr userDrawn="1"/>
        </p:nvSpPr>
        <p:spPr bwMode="auto">
          <a:xfrm>
            <a:off x="5166"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56866651-9DE6-3C00-E38E-CCE80D60499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62367" y="6438901"/>
            <a:ext cx="540540" cy="190499"/>
          </a:xfrm>
          <a:prstGeom prst="rect">
            <a:avLst/>
          </a:prstGeom>
        </p:spPr>
      </p:pic>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05EF53-7E88-FC61-2AD6-524C99515525}"/>
              </a:ext>
            </a:extLst>
          </p:cNvPr>
          <p:cNvSpPr>
            <a:spLocks noGrp="1"/>
          </p:cNvSpPr>
          <p:nvPr>
            <p:ph type="body" sz="quarter" idx="15" hasCustomPrompt="1"/>
          </p:nvPr>
        </p:nvSpPr>
        <p:spPr>
          <a:xfrm>
            <a:off x="457199" y="382447"/>
            <a:ext cx="8252847" cy="256650"/>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1" name="TextBox 10">
            <a:extLst>
              <a:ext uri="{FF2B5EF4-FFF2-40B4-BE49-F238E27FC236}">
                <a16:creationId xmlns:a16="http://schemas.microsoft.com/office/drawing/2014/main" id="{07BD1CA3-DE0B-7A9B-CE98-826ACE3DFEB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05F033AD-4765-5FA3-B45B-9232B4A16A8B}"/>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97634753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6"/>
            <a:ext cx="5530850" cy="227153"/>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FF6CAB9-3229-A377-2782-A27CB6B30495}"/>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1B5412B9-D91D-8002-0693-897E81DD8C8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1015828975"/>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ase Study-1/3-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441E88-7FE8-D22E-100F-B090659320A1}"/>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BFA5AB7F-48A8-2636-3278-4702BB8C575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7270954"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199" y="382447"/>
            <a:ext cx="7270955" cy="190499"/>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1" name="TextBox 10">
            <a:extLst>
              <a:ext uri="{FF2B5EF4-FFF2-40B4-BE49-F238E27FC236}">
                <a16:creationId xmlns:a16="http://schemas.microsoft.com/office/drawing/2014/main" id="{64ACC802-5D81-6EBD-4496-14A01AE49DBC}"/>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E233E5D9-D527-CAC4-3B1E-44AA802D724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54068650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1/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C79FDF51-3B9F-C5D8-7A84-09B7B6CB9E8B}"/>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AFD3A15A-582D-3DDB-CC40-43726E84CA43}"/>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7D8F2DF5-DE6F-E2FC-0057-63CC04174C3F}"/>
              </a:ext>
            </a:extLst>
          </p:cNvPr>
          <p:cNvSpPr>
            <a:spLocks noGrp="1"/>
          </p:cNvSpPr>
          <p:nvPr>
            <p:ph type="title"/>
          </p:nvPr>
        </p:nvSpPr>
        <p:spPr>
          <a:xfrm>
            <a:off x="457200" y="723900"/>
            <a:ext cx="5764213" cy="457200"/>
          </a:xfrm>
        </p:spPr>
        <p:txBody>
          <a:bodyPr/>
          <a:lstStyle>
            <a:lvl1pPr>
              <a:defRPr b="1">
                <a:solidFill>
                  <a:schemeClr val="tx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74897430-924B-CB14-9A94-8DB20A76C701}"/>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4071419115"/>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2302297" cy="246221"/>
          </a:xfrm>
          <a:prstGeom prst="rect">
            <a:avLst/>
          </a:prstGeom>
          <a:noFill/>
        </p:spPr>
        <p:txBody>
          <a:bodyPr vert="horz" wrap="none" lIns="0" tIns="0" rIns="0" bIns="0" rtlCol="0" anchor="ctr">
            <a:spAutoFit/>
          </a:bodyPr>
          <a:lstStyle>
            <a:lvl1pPr>
              <a:defRPr lang="en-US" sz="1600" b="1" kern="800" cap="none" spc="13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302297" cy="246221"/>
          </a:xfrm>
          <a:prstGeom prst="rect">
            <a:avLst/>
          </a:prstGeom>
          <a:noFill/>
        </p:spPr>
        <p:txBody>
          <a:bodyPr vert="horz" wrap="none" lIns="0" tIns="0" rIns="0" bIns="0" rtlCol="0" anchor="ctr">
            <a:spAutoFit/>
          </a:bodyPr>
          <a:lstStyle>
            <a:lvl1pPr>
              <a:defRPr lang="en-US" sz="1600" b="1" kern="800" cap="none" spc="13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7" name="Text Placeholder 10">
            <a:extLst>
              <a:ext uri="{FF2B5EF4-FFF2-40B4-BE49-F238E27FC236}">
                <a16:creationId xmlns:a16="http://schemas.microsoft.com/office/drawing/2014/main" id="{DF0373BF-F135-3DB7-C9BC-68233EAE93B2}"/>
              </a:ext>
            </a:extLst>
          </p:cNvPr>
          <p:cNvSpPr>
            <a:spLocks noGrp="1"/>
          </p:cNvSpPr>
          <p:nvPr>
            <p:ph type="body" sz="quarter" idx="15" hasCustomPrompt="1"/>
          </p:nvPr>
        </p:nvSpPr>
        <p:spPr>
          <a:xfrm>
            <a:off x="457200" y="382446"/>
            <a:ext cx="553084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42655553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se Study-1/2-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7" name="Text Placeholder 10">
            <a:extLst>
              <a:ext uri="{FF2B5EF4-FFF2-40B4-BE49-F238E27FC236}">
                <a16:creationId xmlns:a16="http://schemas.microsoft.com/office/drawing/2014/main" id="{DF0373BF-F135-3DB7-C9BC-68233EAE93B2}"/>
              </a:ext>
            </a:extLst>
          </p:cNvPr>
          <p:cNvSpPr>
            <a:spLocks noGrp="1"/>
          </p:cNvSpPr>
          <p:nvPr>
            <p:ph type="body" sz="quarter" idx="15" hasCustomPrompt="1"/>
          </p:nvPr>
        </p:nvSpPr>
        <p:spPr>
          <a:xfrm>
            <a:off x="457200" y="382446"/>
            <a:ext cx="553084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822370493"/>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se Study-1/2-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C5343-68AD-9879-2727-7ECBCB6A1B23}"/>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BEF0FAA-381C-3A89-42AF-830EF59119AC}"/>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56236"/>
            <a:ext cx="540540" cy="190499"/>
          </a:xfrm>
          <a:prstGeom prst="rect">
            <a:avLst/>
          </a:prstGeom>
        </p:spPr>
      </p:pic>
      <p:sp>
        <p:nvSpPr>
          <p:cNvPr id="11" name="TextBox 10">
            <a:extLst>
              <a:ext uri="{FF2B5EF4-FFF2-40B4-BE49-F238E27FC236}">
                <a16:creationId xmlns:a16="http://schemas.microsoft.com/office/drawing/2014/main" id="{8B24921F-F7DB-7A40-465F-85F610FC20C6}"/>
              </a:ext>
            </a:extLst>
          </p:cNvPr>
          <p:cNvSpPr txBox="1"/>
          <p:nvPr userDrawn="1"/>
        </p:nvSpPr>
        <p:spPr>
          <a:xfrm>
            <a:off x="10048875" y="6423925"/>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64F018D9-6B5F-8BCB-BD75-7816BF58C56F}"/>
              </a:ext>
            </a:extLst>
          </p:cNvPr>
          <p:cNvSpPr txBox="1"/>
          <p:nvPr userDrawn="1"/>
        </p:nvSpPr>
        <p:spPr>
          <a:xfrm>
            <a:off x="11498094" y="6423926"/>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BF6AFA3-4B0B-A44E-C32C-9E35F112D736}"/>
              </a:ext>
            </a:extLst>
          </p:cNvPr>
          <p:cNvSpPr>
            <a:spLocks noGrp="1"/>
          </p:cNvSpPr>
          <p:nvPr>
            <p:ph type="body" sz="quarter" idx="15" hasCustomPrompt="1"/>
          </p:nvPr>
        </p:nvSpPr>
        <p:spPr>
          <a:xfrm>
            <a:off x="457200" y="382447"/>
            <a:ext cx="5530850" cy="248174"/>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6667382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2" name="Title 1">
            <a:extLst>
              <a:ext uri="{FF2B5EF4-FFF2-40B4-BE49-F238E27FC236}">
                <a16:creationId xmlns:a16="http://schemas.microsoft.com/office/drawing/2014/main" id="{E740C5E2-D359-5FED-B284-19CF47A418DC}"/>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A60CDFE-3A94-5F3A-0523-ABA560780070}"/>
              </a:ext>
            </a:extLst>
          </p:cNvPr>
          <p:cNvSpPr>
            <a:spLocks noGrp="1"/>
          </p:cNvSpPr>
          <p:nvPr>
            <p:ph type="body" sz="quarter" idx="15" hasCustomPrompt="1"/>
          </p:nvPr>
        </p:nvSpPr>
        <p:spPr>
          <a:xfrm>
            <a:off x="457200" y="382446"/>
            <a:ext cx="5530848" cy="227153"/>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E7052EF-2C83-09DE-9638-F3492217FF7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997612B5-8615-3AC0-8239-012312B6FD9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1430453273"/>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ase Study-1/2 Picture-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2960BA-AA0C-9715-43A2-22B9050A4780}"/>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9" name="Graphic 8">
            <a:extLst>
              <a:ext uri="{FF2B5EF4-FFF2-40B4-BE49-F238E27FC236}">
                <a16:creationId xmlns:a16="http://schemas.microsoft.com/office/drawing/2014/main" id="{81783F67-AD13-06FC-C79E-DE6FBF4D057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a:solidFill>
            <a:schemeClr val="tx1">
              <a:lumMod val="85000"/>
              <a:lumOff val="15000"/>
            </a:schemeClr>
          </a:solidFill>
        </p:spPr>
        <p:txBody>
          <a:bodyPr/>
          <a:lstStyle/>
          <a:p>
            <a:endParaRPr lang="en-US"/>
          </a:p>
        </p:txBody>
      </p:sp>
      <p:sp>
        <p:nvSpPr>
          <p:cNvPr id="2" name="Title 1">
            <a:extLst>
              <a:ext uri="{FF2B5EF4-FFF2-40B4-BE49-F238E27FC236}">
                <a16:creationId xmlns:a16="http://schemas.microsoft.com/office/drawing/2014/main" id="{B2F414E4-F961-7DD4-8CFB-7B93DD10B689}"/>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2BE525B-A1C0-1DD5-E075-79F96E71ED4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0" name="TextBox 9">
            <a:extLst>
              <a:ext uri="{FF2B5EF4-FFF2-40B4-BE49-F238E27FC236}">
                <a16:creationId xmlns:a16="http://schemas.microsoft.com/office/drawing/2014/main" id="{5067A229-8E7F-A1E8-7492-218AEFB06B0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1" name="Text Placeholder 3">
            <a:extLst>
              <a:ext uri="{FF2B5EF4-FFF2-40B4-BE49-F238E27FC236}">
                <a16:creationId xmlns:a16="http://schemas.microsoft.com/office/drawing/2014/main" id="{371751A4-BF09-09F2-77C6-42F2F2AEB24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282091097"/>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 name="TextBox 3">
            <a:extLst>
              <a:ext uri="{FF2B5EF4-FFF2-40B4-BE49-F238E27FC236}">
                <a16:creationId xmlns:a16="http://schemas.microsoft.com/office/drawing/2014/main" id="{ACB7486B-35A7-A3FF-6F44-2159B1E9FAD3}"/>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B82A7F25-3763-4002-A844-19432F96312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6" name="Title 1">
            <a:extLst>
              <a:ext uri="{FF2B5EF4-FFF2-40B4-BE49-F238E27FC236}">
                <a16:creationId xmlns:a16="http://schemas.microsoft.com/office/drawing/2014/main" id="{9EBC1AB0-2CF4-70A1-0BD7-A9A57D9F98BB}"/>
              </a:ext>
            </a:extLst>
          </p:cNvPr>
          <p:cNvSpPr>
            <a:spLocks noGrp="1"/>
          </p:cNvSpPr>
          <p:nvPr>
            <p:ph type="title"/>
          </p:nvPr>
        </p:nvSpPr>
        <p:spPr>
          <a:xfrm>
            <a:off x="457200" y="723900"/>
            <a:ext cx="5342021" cy="457200"/>
          </a:xfrm>
        </p:spPr>
        <p:txBody>
          <a:bodyPr/>
          <a:lstStyle>
            <a:lvl1pPr>
              <a:defRPr b="1">
                <a:solidFill>
                  <a:schemeClr val="tx1"/>
                </a:solidFill>
                <a:latin typeface="+mn-lt"/>
              </a:defRPr>
            </a:lvl1pPr>
          </a:lstStyle>
          <a:p>
            <a:r>
              <a:rPr lang="en-US"/>
              <a:t>Click to edit Master title style</a:t>
            </a:r>
          </a:p>
        </p:txBody>
      </p:sp>
      <p:sp>
        <p:nvSpPr>
          <p:cNvPr id="8" name="Text Placeholder 10">
            <a:extLst>
              <a:ext uri="{FF2B5EF4-FFF2-40B4-BE49-F238E27FC236}">
                <a16:creationId xmlns:a16="http://schemas.microsoft.com/office/drawing/2014/main" id="{9B299D4E-38EF-AC64-7836-1AD1E87996BE}"/>
              </a:ext>
            </a:extLst>
          </p:cNvPr>
          <p:cNvSpPr>
            <a:spLocks noGrp="1"/>
          </p:cNvSpPr>
          <p:nvPr>
            <p:ph type="body" sz="quarter" idx="15" hasCustomPrompt="1"/>
          </p:nvPr>
        </p:nvSpPr>
        <p:spPr>
          <a:xfrm>
            <a:off x="457200" y="382446"/>
            <a:ext cx="5342021"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075796589"/>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se Study-1/2 Picture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D4D51ED0-4D08-4641-87AC-8F2B5E2A3B9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3" name="Picture Placeholder 2">
            <a:extLst>
              <a:ext uri="{FF2B5EF4-FFF2-40B4-BE49-F238E27FC236}">
                <a16:creationId xmlns:a16="http://schemas.microsoft.com/office/drawing/2014/main" id="{091CD3F7-14AE-A849-9B73-75D2354D4845}"/>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3" name="TextBox 2">
            <a:extLst>
              <a:ext uri="{FF2B5EF4-FFF2-40B4-BE49-F238E27FC236}">
                <a16:creationId xmlns:a16="http://schemas.microsoft.com/office/drawing/2014/main" id="{90C6BA4E-CBCB-554D-CA98-146A521CFDF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E9BB62B8-4926-8E23-51B4-D8AC31708BB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5A808058-9E6F-F0D8-A385-7B4C54766A2E}"/>
              </a:ext>
            </a:extLst>
          </p:cNvPr>
          <p:cNvSpPr>
            <a:spLocks noGrp="1"/>
          </p:cNvSpPr>
          <p:nvPr>
            <p:ph type="title"/>
          </p:nvPr>
        </p:nvSpPr>
        <p:spPr>
          <a:xfrm>
            <a:off x="457200" y="723900"/>
            <a:ext cx="5005137" cy="457200"/>
          </a:xfrm>
        </p:spPr>
        <p:txBody>
          <a:bodyPr/>
          <a:lstStyle>
            <a:lvl1pPr>
              <a:defRPr b="1">
                <a:solidFill>
                  <a:schemeClr val="bg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93D95AB9-CE03-7AFD-DBBE-C67756B352CB}"/>
              </a:ext>
            </a:extLst>
          </p:cNvPr>
          <p:cNvSpPr>
            <a:spLocks noGrp="1"/>
          </p:cNvSpPr>
          <p:nvPr>
            <p:ph type="body" sz="quarter" idx="15" hasCustomPrompt="1"/>
          </p:nvPr>
        </p:nvSpPr>
        <p:spPr>
          <a:xfrm>
            <a:off x="457200" y="382446"/>
            <a:ext cx="5005137"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429119123"/>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p:spPr>
        <p:txBody>
          <a:bodyPr/>
          <a:lstStyle/>
          <a:p>
            <a:endParaRPr lang="en-US"/>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tx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1188280839"/>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ase Study-2/3 Pictur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63925-928E-4FE1-B9E5-B83141A2C221}"/>
              </a:ext>
            </a:extLst>
          </p:cNvPr>
          <p:cNvSpPr/>
          <p:nvPr userDrawn="1"/>
        </p:nvSpPr>
        <p:spPr bwMode="auto">
          <a:xfrm>
            <a:off x="-1"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C169AD5E-5F94-E6C0-0DB3-77E8A5A0D3C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0" y="6438901"/>
            <a:ext cx="540540" cy="190499"/>
          </a:xfrm>
          <a:prstGeom prst="rect">
            <a:avLst/>
          </a:prstGeom>
        </p:spPr>
      </p:pic>
      <p:sp>
        <p:nvSpPr>
          <p:cNvPr id="8" name="TextBox 7">
            <a:extLst>
              <a:ext uri="{FF2B5EF4-FFF2-40B4-BE49-F238E27FC236}">
                <a16:creationId xmlns:a16="http://schemas.microsoft.com/office/drawing/2014/main" id="{D63DBF0C-CA25-003D-B5D8-6EE24C1F808C}"/>
              </a:ext>
            </a:extLst>
          </p:cNvPr>
          <p:cNvSpPr txBox="1"/>
          <p:nvPr userDrawn="1"/>
        </p:nvSpPr>
        <p:spPr>
          <a:xfrm>
            <a:off x="10048874"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0" name="Text Placeholder 3">
            <a:extLst>
              <a:ext uri="{FF2B5EF4-FFF2-40B4-BE49-F238E27FC236}">
                <a16:creationId xmlns:a16="http://schemas.microsoft.com/office/drawing/2014/main" id="{697B36E0-E687-34C7-ACB3-F681FF77C582}"/>
              </a:ext>
            </a:extLst>
          </p:cNvPr>
          <p:cNvSpPr txBox="1"/>
          <p:nvPr userDrawn="1"/>
        </p:nvSpPr>
        <p:spPr>
          <a:xfrm>
            <a:off x="11498093"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a:solidFill>
            <a:schemeClr val="tx1">
              <a:lumMod val="85000"/>
              <a:lumOff val="15000"/>
            </a:schemeClr>
          </a:solidFill>
        </p:spPr>
        <p:txBody>
          <a:bodyPr/>
          <a:lstStyle/>
          <a:p>
            <a:endParaRPr lang="en-US"/>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bg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134419765"/>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se Study-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12" name="Graphic 11">
            <a:extLst>
              <a:ext uri="{FF2B5EF4-FFF2-40B4-BE49-F238E27FC236}">
                <a16:creationId xmlns:a16="http://schemas.microsoft.com/office/drawing/2014/main" id="{15EB0785-A8B2-B844-97DC-362F6DEDBA7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AFF45091-EBFE-8699-2E1A-E8C967F99825}"/>
              </a:ext>
            </a:extLst>
          </p:cNvPr>
          <p:cNvSpPr>
            <a:spLocks noGrp="1"/>
          </p:cNvSpPr>
          <p:nvPr>
            <p:ph type="title"/>
          </p:nvPr>
        </p:nvSpPr>
        <p:spPr>
          <a:xfrm>
            <a:off x="457201" y="955393"/>
            <a:ext cx="1692274" cy="1093325"/>
          </a:xfrm>
        </p:spPr>
        <p:txBody>
          <a:bodyPr/>
          <a:lstStyle>
            <a:lvl1pPr>
              <a:defRPr sz="2000"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46AD1765-DE24-CCF5-647B-D0C7295BE46F}"/>
              </a:ext>
            </a:extLst>
          </p:cNvPr>
          <p:cNvSpPr>
            <a:spLocks noGrp="1"/>
          </p:cNvSpPr>
          <p:nvPr>
            <p:ph type="body" sz="quarter" idx="15" hasCustomPrompt="1"/>
          </p:nvPr>
        </p:nvSpPr>
        <p:spPr>
          <a:xfrm>
            <a:off x="457200" y="382447"/>
            <a:ext cx="1692275" cy="338278"/>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085958370"/>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ase Study-MockUp-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D6310AE-15DA-337B-9B5E-33A904BF3549}"/>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4" name="Graphic 3">
            <a:extLst>
              <a:ext uri="{FF2B5EF4-FFF2-40B4-BE49-F238E27FC236}">
                <a16:creationId xmlns:a16="http://schemas.microsoft.com/office/drawing/2014/main" id="{C4F314DE-C7E3-7237-4318-0407E44F572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5" name="TextBox 4">
            <a:extLst>
              <a:ext uri="{FF2B5EF4-FFF2-40B4-BE49-F238E27FC236}">
                <a16:creationId xmlns:a16="http://schemas.microsoft.com/office/drawing/2014/main" id="{9A5B1A98-E850-C3DE-38BF-EFAE0A2DC98C}"/>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6E6FC5F8-7CE5-D29D-2CCA-C5715CDD43B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7" name="Title 1">
            <a:extLst>
              <a:ext uri="{FF2B5EF4-FFF2-40B4-BE49-F238E27FC236}">
                <a16:creationId xmlns:a16="http://schemas.microsoft.com/office/drawing/2014/main" id="{0F0F6F04-DF4E-997B-F6B6-33860F0B65E8}"/>
              </a:ext>
            </a:extLst>
          </p:cNvPr>
          <p:cNvSpPr>
            <a:spLocks noGrp="1"/>
          </p:cNvSpPr>
          <p:nvPr>
            <p:ph type="title"/>
          </p:nvPr>
        </p:nvSpPr>
        <p:spPr>
          <a:xfrm>
            <a:off x="457201" y="955393"/>
            <a:ext cx="1692274" cy="1093325"/>
          </a:xfrm>
        </p:spPr>
        <p:txBody>
          <a:bodyPr/>
          <a:lstStyle>
            <a:lvl1pPr>
              <a:defRPr sz="2000" b="1">
                <a:solidFill>
                  <a:schemeClr val="bg1"/>
                </a:solidFill>
                <a:latin typeface="+mn-lt"/>
              </a:defRPr>
            </a:lvl1pPr>
          </a:lstStyle>
          <a:p>
            <a:r>
              <a:rPr lang="en-US"/>
              <a:t>Click to edit Master title style</a:t>
            </a:r>
          </a:p>
        </p:txBody>
      </p:sp>
      <p:sp>
        <p:nvSpPr>
          <p:cNvPr id="8" name="Text Placeholder 10">
            <a:extLst>
              <a:ext uri="{FF2B5EF4-FFF2-40B4-BE49-F238E27FC236}">
                <a16:creationId xmlns:a16="http://schemas.microsoft.com/office/drawing/2014/main" id="{E702321A-506E-6948-7FDD-0D1A4DD4AF72}"/>
              </a:ext>
            </a:extLst>
          </p:cNvPr>
          <p:cNvSpPr>
            <a:spLocks noGrp="1"/>
          </p:cNvSpPr>
          <p:nvPr>
            <p:ph type="body" sz="quarter" idx="15" hasCustomPrompt="1"/>
          </p:nvPr>
        </p:nvSpPr>
        <p:spPr>
          <a:xfrm>
            <a:off x="457200" y="382447"/>
            <a:ext cx="1692275" cy="338278"/>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610436918"/>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CD48285-8885-4D22-8AE4-172AF6114199}"/>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754121300"/>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ase Study-Mock Up Left-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9C4A8F-5B1E-7B0E-CAF7-B9F33D92C844}"/>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6" name="Graphic 5">
            <a:extLst>
              <a:ext uri="{FF2B5EF4-FFF2-40B4-BE49-F238E27FC236}">
                <a16:creationId xmlns:a16="http://schemas.microsoft.com/office/drawing/2014/main" id="{1D6F42AB-F517-759C-A3C4-63443ED771D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TextBox 6">
            <a:extLst>
              <a:ext uri="{FF2B5EF4-FFF2-40B4-BE49-F238E27FC236}">
                <a16:creationId xmlns:a16="http://schemas.microsoft.com/office/drawing/2014/main" id="{714E9D77-5CF8-5131-6018-48DF58117EC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9" name="Text Placeholder 3">
            <a:extLst>
              <a:ext uri="{FF2B5EF4-FFF2-40B4-BE49-F238E27FC236}">
                <a16:creationId xmlns:a16="http://schemas.microsoft.com/office/drawing/2014/main" id="{334280A7-4796-759A-6B00-0444E865A6A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247760942"/>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se Study-Mock Up Lef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4" name="Graphic 3">
            <a:extLst>
              <a:ext uri="{FF2B5EF4-FFF2-40B4-BE49-F238E27FC236}">
                <a16:creationId xmlns:a16="http://schemas.microsoft.com/office/drawing/2014/main" id="{FF61EEF5-D25E-43F9-9DE7-B0D48CE58D19}"/>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700771F-7FE8-2510-0C0E-734572A38145}"/>
              </a:ext>
            </a:extLst>
          </p:cNvPr>
          <p:cNvSpPr>
            <a:spLocks noGrp="1"/>
          </p:cNvSpPr>
          <p:nvPr>
            <p:ph type="title"/>
          </p:nvPr>
        </p:nvSpPr>
        <p:spPr>
          <a:xfrm>
            <a:off x="457200" y="723900"/>
            <a:ext cx="5764213" cy="457200"/>
          </a:xfrm>
        </p:spPr>
        <p:txBody>
          <a:bodyPr/>
          <a:lstStyle>
            <a:lvl1pPr>
              <a:defRPr b="1">
                <a:solidFill>
                  <a:schemeClr val="bg1"/>
                </a:solidFill>
                <a:latin typeface="+mn-lt"/>
              </a:defRPr>
            </a:lvl1pPr>
          </a:lstStyle>
          <a:p>
            <a:r>
              <a:rPr lang="en-US"/>
              <a:t>Click to edit Master title style</a:t>
            </a:r>
          </a:p>
        </p:txBody>
      </p:sp>
      <p:sp>
        <p:nvSpPr>
          <p:cNvPr id="5" name="Text Placeholder 10">
            <a:extLst>
              <a:ext uri="{FF2B5EF4-FFF2-40B4-BE49-F238E27FC236}">
                <a16:creationId xmlns:a16="http://schemas.microsoft.com/office/drawing/2014/main" id="{E1513A24-C9FD-06A1-1015-D9656D68B888}"/>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008355274"/>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ase Study-Mock Up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E5D96D1E-C1BD-6F40-A978-D03F53CD4A4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905900416"/>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endParaRPr lang="en-US"/>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928848978"/>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Narrow-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endParaRPr lang="en-US"/>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tx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4" name="Graphic 3">
            <a:extLst>
              <a:ext uri="{FF2B5EF4-FFF2-40B4-BE49-F238E27FC236}">
                <a16:creationId xmlns:a16="http://schemas.microsoft.com/office/drawing/2014/main" id="{E104305F-427E-7B08-9801-43AF5256FF7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326220987"/>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arrow-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B0227B-1090-48E9-B33D-CB9CA73DF05F}"/>
              </a:ext>
            </a:extLst>
          </p:cNvPr>
          <p:cNvSpPr/>
          <p:nvPr userDrawn="1"/>
        </p:nvSpPr>
        <p:spPr bwMode="auto">
          <a:xfrm flipH="1">
            <a:off x="3108325" y="0"/>
            <a:ext cx="90836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1C45522-9A1C-E9EB-4D96-B0CFFD2F7212}"/>
              </a:ext>
            </a:extLst>
          </p:cNvPr>
          <p:cNvSpPr>
            <a:spLocks noGrp="1"/>
          </p:cNvSpPr>
          <p:nvPr>
            <p:ph type="title"/>
          </p:nvPr>
        </p:nvSpPr>
        <p:spPr>
          <a:xfrm>
            <a:off x="457201" y="723900"/>
            <a:ext cx="2502567"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E6E8F6-4D6C-2884-0A7D-72BB39B21D6B}"/>
              </a:ext>
            </a:extLst>
          </p:cNvPr>
          <p:cNvSpPr>
            <a:spLocks noGrp="1"/>
          </p:cNvSpPr>
          <p:nvPr>
            <p:ph type="body" sz="quarter" idx="15" hasCustomPrompt="1"/>
          </p:nvPr>
        </p:nvSpPr>
        <p:spPr>
          <a:xfrm>
            <a:off x="457200" y="382447"/>
            <a:ext cx="2502567"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6" name="TextBox 5">
            <a:extLst>
              <a:ext uri="{FF2B5EF4-FFF2-40B4-BE49-F238E27FC236}">
                <a16:creationId xmlns:a16="http://schemas.microsoft.com/office/drawing/2014/main" id="{A3A07FC1-18DF-2355-0123-10BF2390C02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7B024407-B901-7B1F-04F9-932983C670E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256869017"/>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7A9547FE-7857-4A70-ACDF-06ACC0CC381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0096CA2-6B8E-1E0B-7446-BC5F37E73D34}"/>
              </a:ext>
            </a:extLst>
          </p:cNvPr>
          <p:cNvSpPr>
            <a:spLocks noGrp="1"/>
          </p:cNvSpPr>
          <p:nvPr>
            <p:ph type="title"/>
          </p:nvPr>
        </p:nvSpPr>
        <p:spPr>
          <a:xfrm>
            <a:off x="457200" y="723900"/>
            <a:ext cx="3619500"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50402405-4264-41C3-7E10-6A2AF1A46193}"/>
              </a:ext>
            </a:extLst>
          </p:cNvPr>
          <p:cNvSpPr>
            <a:spLocks noGrp="1"/>
          </p:cNvSpPr>
          <p:nvPr>
            <p:ph type="body" sz="quarter" idx="15" hasCustomPrompt="1"/>
          </p:nvPr>
        </p:nvSpPr>
        <p:spPr>
          <a:xfrm>
            <a:off x="457200" y="382446"/>
            <a:ext cx="3619500"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531140537"/>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se Study-2/3 Black-L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C0096CA2-6B8E-1E0B-7446-BC5F37E73D34}"/>
              </a:ext>
            </a:extLst>
          </p:cNvPr>
          <p:cNvSpPr>
            <a:spLocks noGrp="1"/>
          </p:cNvSpPr>
          <p:nvPr>
            <p:ph type="title"/>
          </p:nvPr>
        </p:nvSpPr>
        <p:spPr>
          <a:xfrm>
            <a:off x="457200" y="723900"/>
            <a:ext cx="3619500"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50402405-4264-41C3-7E10-6A2AF1A46193}"/>
              </a:ext>
            </a:extLst>
          </p:cNvPr>
          <p:cNvSpPr>
            <a:spLocks noGrp="1"/>
          </p:cNvSpPr>
          <p:nvPr>
            <p:ph type="body" sz="quarter" idx="15" hasCustomPrompt="1"/>
          </p:nvPr>
        </p:nvSpPr>
        <p:spPr>
          <a:xfrm>
            <a:off x="457200" y="382446"/>
            <a:ext cx="3619500"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75DC425F-9CC1-9DF3-3F54-17DAA0EB5E7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341847502"/>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Column Pictures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20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341376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341376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637032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637032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9" name="Text Placeholder 2">
            <a:extLst>
              <a:ext uri="{FF2B5EF4-FFF2-40B4-BE49-F238E27FC236}">
                <a16:creationId xmlns:a16="http://schemas.microsoft.com/office/drawing/2014/main" id="{0D35C967-D122-42CE-BDAF-F34B55F00EA2}"/>
              </a:ext>
            </a:extLst>
          </p:cNvPr>
          <p:cNvSpPr>
            <a:spLocks noGrp="1"/>
          </p:cNvSpPr>
          <p:nvPr>
            <p:ph type="body" sz="quarter" idx="23" hasCustomPrompt="1"/>
          </p:nvPr>
        </p:nvSpPr>
        <p:spPr>
          <a:xfrm>
            <a:off x="932688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20" name="Text Placeholder 2">
            <a:extLst>
              <a:ext uri="{FF2B5EF4-FFF2-40B4-BE49-F238E27FC236}">
                <a16:creationId xmlns:a16="http://schemas.microsoft.com/office/drawing/2014/main" id="{54FDC613-45BE-47C3-82C5-FC027C2DE43E}"/>
              </a:ext>
            </a:extLst>
          </p:cNvPr>
          <p:cNvSpPr>
            <a:spLocks noGrp="1"/>
          </p:cNvSpPr>
          <p:nvPr>
            <p:ph type="body" sz="quarter" idx="24" hasCustomPrompt="1"/>
          </p:nvPr>
        </p:nvSpPr>
        <p:spPr>
          <a:xfrm>
            <a:off x="932688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31" y="1389801"/>
            <a:ext cx="2408238" cy="1371600"/>
          </a:xfrm>
          <a:prstGeom prst="rect">
            <a:avLst/>
          </a:prstGeom>
          <a:solidFill>
            <a:schemeClr val="bg1">
              <a:lumMod val="95000"/>
            </a:schemeClr>
          </a:solidFill>
        </p:spPr>
        <p:txBody>
          <a:bodyPr/>
          <a:lstStyle/>
          <a:p>
            <a:endParaRPr lang="en-US"/>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3413442" y="1389801"/>
            <a:ext cx="2408238" cy="1371600"/>
          </a:xfrm>
          <a:prstGeom prst="rect">
            <a:avLst/>
          </a:prstGeom>
          <a:solidFill>
            <a:schemeClr val="bg1">
              <a:lumMod val="95000"/>
            </a:schemeClr>
          </a:solidFill>
        </p:spPr>
        <p:txBody>
          <a:bodyPr/>
          <a:lstStyle/>
          <a:p>
            <a:endParaRPr lang="en-US"/>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6363153" y="1389801"/>
            <a:ext cx="2408238" cy="1371600"/>
          </a:xfrm>
          <a:prstGeom prst="rect">
            <a:avLst/>
          </a:prstGeom>
          <a:solidFill>
            <a:schemeClr val="bg1">
              <a:lumMod val="95000"/>
            </a:schemeClr>
          </a:solidFill>
        </p:spPr>
        <p:txBody>
          <a:bodyPr/>
          <a:lstStyle/>
          <a:p>
            <a:endParaRPr lang="en-US"/>
          </a:p>
        </p:txBody>
      </p:sp>
      <p:sp>
        <p:nvSpPr>
          <p:cNvPr id="27" name="Picture Placeholder 23">
            <a:extLst>
              <a:ext uri="{FF2B5EF4-FFF2-40B4-BE49-F238E27FC236}">
                <a16:creationId xmlns:a16="http://schemas.microsoft.com/office/drawing/2014/main" id="{5145A383-DF32-4D59-98B6-07591E0CE3E3}"/>
              </a:ext>
            </a:extLst>
          </p:cNvPr>
          <p:cNvSpPr>
            <a:spLocks noGrp="1"/>
          </p:cNvSpPr>
          <p:nvPr>
            <p:ph type="pic" sz="quarter" idx="30"/>
          </p:nvPr>
        </p:nvSpPr>
        <p:spPr>
          <a:xfrm>
            <a:off x="9312864" y="1389801"/>
            <a:ext cx="2408238" cy="1371600"/>
          </a:xfrm>
          <a:prstGeom prst="rect">
            <a:avLst/>
          </a:prstGeom>
          <a:solidFill>
            <a:schemeClr val="bg1">
              <a:lumMod val="95000"/>
            </a:schemeClr>
          </a:solidFill>
        </p:spPr>
        <p:txBody>
          <a:bodyPr/>
          <a:lstStyle/>
          <a:p>
            <a:endParaRPr lang="en-US"/>
          </a:p>
        </p:txBody>
      </p:sp>
      <p:sp>
        <p:nvSpPr>
          <p:cNvPr id="2" name="Title 1">
            <a:extLst>
              <a:ext uri="{FF2B5EF4-FFF2-40B4-BE49-F238E27FC236}">
                <a16:creationId xmlns:a16="http://schemas.microsoft.com/office/drawing/2014/main" id="{A1E02B5D-C175-DE3C-BEC7-EB4A41870F21}"/>
              </a:ext>
            </a:extLst>
          </p:cNvPr>
          <p:cNvSpPr>
            <a:spLocks noGrp="1"/>
          </p:cNvSpPr>
          <p:nvPr>
            <p:ph type="title"/>
          </p:nvPr>
        </p:nvSpPr>
        <p:spPr>
          <a:xfrm>
            <a:off x="457200" y="723900"/>
            <a:ext cx="11271069" cy="457200"/>
          </a:xfrm>
        </p:spPr>
        <p:txBody>
          <a:bodyPr/>
          <a:lstStyle>
            <a:lvl1pPr>
              <a:defRPr b="1">
                <a:solidFill>
                  <a:schemeClr val="tx1"/>
                </a:solidFill>
                <a:latin typeface="+mn-lt"/>
              </a:defRPr>
            </a:lvl1pPr>
          </a:lstStyle>
          <a:p>
            <a:r>
              <a:rPr lang="en-US"/>
              <a:t>Click to edit Master title style</a:t>
            </a:r>
          </a:p>
        </p:txBody>
      </p:sp>
      <p:sp>
        <p:nvSpPr>
          <p:cNvPr id="5" name="Text Placeholder 10">
            <a:extLst>
              <a:ext uri="{FF2B5EF4-FFF2-40B4-BE49-F238E27FC236}">
                <a16:creationId xmlns:a16="http://schemas.microsoft.com/office/drawing/2014/main" id="{293EAE6B-7D4F-F647-669B-6549550C9EA3}"/>
              </a:ext>
            </a:extLst>
          </p:cNvPr>
          <p:cNvSpPr>
            <a:spLocks noGrp="1"/>
          </p:cNvSpPr>
          <p:nvPr>
            <p:ph type="body" sz="quarter" idx="15" hasCustomPrompt="1"/>
          </p:nvPr>
        </p:nvSpPr>
        <p:spPr>
          <a:xfrm>
            <a:off x="457200" y="382446"/>
            <a:ext cx="11277600" cy="227153"/>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96549273"/>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Column Pictures-Leila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192"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192"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4307656"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4307656"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8147867"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8147867"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23" y="1389801"/>
            <a:ext cx="3600000" cy="1371600"/>
          </a:xfrm>
          <a:prstGeom prst="rect">
            <a:avLst/>
          </a:prstGeom>
          <a:solidFill>
            <a:schemeClr val="bg1">
              <a:lumMod val="95000"/>
            </a:schemeClr>
          </a:solidFill>
        </p:spPr>
        <p:txBody>
          <a:bodyPr>
            <a:noAutofit/>
          </a:bodyPr>
          <a:lstStyle/>
          <a:p>
            <a:endParaRPr lang="en-US"/>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4307338" y="1389801"/>
            <a:ext cx="3600000" cy="1371600"/>
          </a:xfrm>
          <a:prstGeom prst="rect">
            <a:avLst/>
          </a:prstGeom>
          <a:solidFill>
            <a:schemeClr val="bg1">
              <a:lumMod val="95000"/>
            </a:schemeClr>
          </a:solidFill>
        </p:spPr>
        <p:txBody>
          <a:bodyPr>
            <a:noAutofit/>
          </a:bodyPr>
          <a:lstStyle/>
          <a:p>
            <a:endParaRPr lang="en-US"/>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8140700" y="1389801"/>
            <a:ext cx="3600000" cy="1371600"/>
          </a:xfrm>
          <a:prstGeom prst="rect">
            <a:avLst/>
          </a:prstGeom>
          <a:solidFill>
            <a:schemeClr val="bg1">
              <a:lumMod val="95000"/>
            </a:schemeClr>
          </a:solidFill>
        </p:spPr>
        <p:txBody>
          <a:bodyPr>
            <a:noAutofit/>
          </a:bodyPr>
          <a:lstStyle/>
          <a:p>
            <a:endParaRPr lang="en-US"/>
          </a:p>
        </p:txBody>
      </p:sp>
      <p:sp>
        <p:nvSpPr>
          <p:cNvPr id="2" name="Title 1">
            <a:extLst>
              <a:ext uri="{FF2B5EF4-FFF2-40B4-BE49-F238E27FC236}">
                <a16:creationId xmlns:a16="http://schemas.microsoft.com/office/drawing/2014/main" id="{A1E02B5D-C175-DE3C-BEC7-EB4A41870F21}"/>
              </a:ext>
            </a:extLst>
          </p:cNvPr>
          <p:cNvSpPr>
            <a:spLocks noGrp="1"/>
          </p:cNvSpPr>
          <p:nvPr>
            <p:ph type="title"/>
          </p:nvPr>
        </p:nvSpPr>
        <p:spPr>
          <a:xfrm>
            <a:off x="457200" y="723900"/>
            <a:ext cx="11271069" cy="457200"/>
          </a:xfrm>
        </p:spPr>
        <p:txBody>
          <a:bodyPr/>
          <a:lstStyle>
            <a:lvl1pPr>
              <a:defRPr b="1">
                <a:solidFill>
                  <a:schemeClr val="tx1"/>
                </a:solidFill>
                <a:latin typeface="+mn-lt"/>
              </a:defRPr>
            </a:lvl1pPr>
          </a:lstStyle>
          <a:p>
            <a:r>
              <a:rPr lang="en-US"/>
              <a:t>Click to edit Master title style</a:t>
            </a:r>
          </a:p>
        </p:txBody>
      </p:sp>
      <p:sp>
        <p:nvSpPr>
          <p:cNvPr id="5" name="Text Placeholder 10">
            <a:extLst>
              <a:ext uri="{FF2B5EF4-FFF2-40B4-BE49-F238E27FC236}">
                <a16:creationId xmlns:a16="http://schemas.microsoft.com/office/drawing/2014/main" id="{C9FCF8F6-1B96-C8BC-11A4-DCEFF74D29B6}"/>
              </a:ext>
            </a:extLst>
          </p:cNvPr>
          <p:cNvSpPr>
            <a:spLocks noGrp="1"/>
          </p:cNvSpPr>
          <p:nvPr>
            <p:ph type="body" sz="quarter" idx="15" hasCustomPrompt="1"/>
          </p:nvPr>
        </p:nvSpPr>
        <p:spPr>
          <a:xfrm>
            <a:off x="457200" y="382446"/>
            <a:ext cx="11277600" cy="227153"/>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932536100"/>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se Study-3 Pictures">
    <p:spTree>
      <p:nvGrpSpPr>
        <p:cNvPr id="1" name=""/>
        <p:cNvGrpSpPr/>
        <p:nvPr/>
      </p:nvGrpSpPr>
      <p:grpSpPr>
        <a:xfrm>
          <a:off x="0" y="0"/>
          <a:ext cx="0" cy="0"/>
          <a:chOff x="0" y="0"/>
          <a:chExt cx="0" cy="0"/>
        </a:xfrm>
      </p:grpSpPr>
      <p:sp>
        <p:nvSpPr>
          <p:cNvPr id="11" name="Title 1"/>
          <p:cNvSpPr>
            <a:spLocks noGrp="1"/>
          </p:cNvSpPr>
          <p:nvPr>
            <p:ph type="title"/>
          </p:nvPr>
        </p:nvSpPr>
        <p:spPr>
          <a:xfrm>
            <a:off x="457201" y="4124960"/>
            <a:ext cx="3312160" cy="246221"/>
          </a:xfrm>
        </p:spPr>
        <p:txBody>
          <a:bodyPr>
            <a:spAutoFit/>
          </a:bodyPr>
          <a:lstStyle>
            <a:lvl1pPr>
              <a:defRPr sz="16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4076700" cy="3429000"/>
          </a:xfrm>
          <a:prstGeom prst="rect">
            <a:avLst/>
          </a:prstGeom>
          <a:solidFill>
            <a:schemeClr val="bg2"/>
          </a:solidFill>
        </p:spPr>
        <p:txBody>
          <a:bodyPr/>
          <a:lstStyle/>
          <a:p>
            <a:endParaRPr lang="en-US"/>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4076700" y="0"/>
            <a:ext cx="4064000" cy="3429000"/>
          </a:xfrm>
          <a:prstGeom prst="rect">
            <a:avLst/>
          </a:prstGeom>
          <a:solidFill>
            <a:schemeClr val="bg2"/>
          </a:solidFill>
        </p:spPr>
        <p:txBody>
          <a:bodyPr/>
          <a:lstStyle/>
          <a:p>
            <a:endParaRPr lang="en-US"/>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8140700" y="0"/>
            <a:ext cx="4064000" cy="3429000"/>
          </a:xfrm>
          <a:prstGeom prst="rect">
            <a:avLst/>
          </a:prstGeom>
          <a:solidFill>
            <a:schemeClr val="bg2"/>
          </a:solidFill>
        </p:spPr>
        <p:txBody>
          <a:bodyPr/>
          <a:lstStyle/>
          <a:p>
            <a:endParaRPr lang="en-US"/>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4314697"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8406449"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4302125" y="4124325"/>
            <a:ext cx="3311525"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8406449" y="4114800"/>
            <a:ext cx="3312160"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2615852295"/>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ase Study-4 Pictures-Leila">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60000" cy="3429000"/>
          </a:xfrm>
          <a:prstGeom prst="rect">
            <a:avLst/>
          </a:prstGeom>
          <a:solidFill>
            <a:schemeClr val="bg2"/>
          </a:solidFill>
        </p:spPr>
        <p:txBody>
          <a:bodyPr/>
          <a:lstStyle/>
          <a:p>
            <a:endParaRPr lang="en-US"/>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3043999" y="0"/>
            <a:ext cx="3060000" cy="3429000"/>
          </a:xfrm>
          <a:prstGeom prst="rect">
            <a:avLst/>
          </a:prstGeom>
          <a:solidFill>
            <a:schemeClr val="bg2"/>
          </a:solidFill>
        </p:spPr>
        <p:txBody>
          <a:bodyPr/>
          <a:lstStyle/>
          <a:p>
            <a:endParaRPr lang="en-US"/>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6087999" y="0"/>
            <a:ext cx="3060000" cy="3429000"/>
          </a:xfrm>
          <a:prstGeom prst="rect">
            <a:avLst/>
          </a:prstGeom>
          <a:solidFill>
            <a:schemeClr val="bg2"/>
          </a:solidFill>
        </p:spPr>
        <p:txBody>
          <a:bodyPr/>
          <a:lstStyle/>
          <a:p>
            <a:endParaRPr lang="en-US"/>
          </a:p>
        </p:txBody>
      </p:sp>
      <p:sp>
        <p:nvSpPr>
          <p:cNvPr id="2" name="Picture Placeholder 12">
            <a:extLst>
              <a:ext uri="{FF2B5EF4-FFF2-40B4-BE49-F238E27FC236}">
                <a16:creationId xmlns:a16="http://schemas.microsoft.com/office/drawing/2014/main" id="{4C3044EB-579C-1960-F9EB-F116665A7292}"/>
              </a:ext>
            </a:extLst>
          </p:cNvPr>
          <p:cNvSpPr>
            <a:spLocks noGrp="1"/>
          </p:cNvSpPr>
          <p:nvPr>
            <p:ph type="pic" sz="quarter" idx="25"/>
          </p:nvPr>
        </p:nvSpPr>
        <p:spPr>
          <a:xfrm>
            <a:off x="9132000" y="0"/>
            <a:ext cx="3060000" cy="3429000"/>
          </a:xfrm>
          <a:prstGeom prst="rect">
            <a:avLst/>
          </a:prstGeom>
          <a:solidFill>
            <a:schemeClr val="bg2"/>
          </a:solidFill>
        </p:spPr>
        <p:txBody>
          <a:bodyPr/>
          <a:lstStyle/>
          <a:p>
            <a:endParaRPr lang="en-US"/>
          </a:p>
        </p:txBody>
      </p:sp>
      <p:sp>
        <p:nvSpPr>
          <p:cNvPr id="3" name="Text Placeholder 2">
            <a:extLst>
              <a:ext uri="{FF2B5EF4-FFF2-40B4-BE49-F238E27FC236}">
                <a16:creationId xmlns:a16="http://schemas.microsoft.com/office/drawing/2014/main" id="{C9D6271A-50EF-A83C-8073-0A6628457E18}"/>
              </a:ext>
            </a:extLst>
          </p:cNvPr>
          <p:cNvSpPr>
            <a:spLocks noGrp="1"/>
          </p:cNvSpPr>
          <p:nvPr>
            <p:ph type="body" sz="quarter" idx="16" hasCustomPrompt="1"/>
          </p:nvPr>
        </p:nvSpPr>
        <p:spPr>
          <a:xfrm>
            <a:off x="457200"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5" name="Text Placeholder 2">
            <a:extLst>
              <a:ext uri="{FF2B5EF4-FFF2-40B4-BE49-F238E27FC236}">
                <a16:creationId xmlns:a16="http://schemas.microsoft.com/office/drawing/2014/main" id="{33A26170-4FED-69CC-E7CF-6F163320DA0C}"/>
              </a:ext>
            </a:extLst>
          </p:cNvPr>
          <p:cNvSpPr>
            <a:spLocks noGrp="1"/>
          </p:cNvSpPr>
          <p:nvPr>
            <p:ph type="body" sz="quarter" idx="26" hasCustomPrompt="1"/>
          </p:nvPr>
        </p:nvSpPr>
        <p:spPr>
          <a:xfrm>
            <a:off x="457200"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7" name="Text Placeholder 2">
            <a:extLst>
              <a:ext uri="{FF2B5EF4-FFF2-40B4-BE49-F238E27FC236}">
                <a16:creationId xmlns:a16="http://schemas.microsoft.com/office/drawing/2014/main" id="{EFF5574A-DA2F-79E2-5257-E464C4DCBED9}"/>
              </a:ext>
            </a:extLst>
          </p:cNvPr>
          <p:cNvSpPr>
            <a:spLocks noGrp="1"/>
          </p:cNvSpPr>
          <p:nvPr>
            <p:ph type="body" sz="quarter" idx="27" hasCustomPrompt="1"/>
          </p:nvPr>
        </p:nvSpPr>
        <p:spPr>
          <a:xfrm>
            <a:off x="3370039"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8" name="Text Placeholder 2">
            <a:extLst>
              <a:ext uri="{FF2B5EF4-FFF2-40B4-BE49-F238E27FC236}">
                <a16:creationId xmlns:a16="http://schemas.microsoft.com/office/drawing/2014/main" id="{2E50C4C1-6951-43AE-9158-49572E0C92C6}"/>
              </a:ext>
            </a:extLst>
          </p:cNvPr>
          <p:cNvSpPr>
            <a:spLocks noGrp="1"/>
          </p:cNvSpPr>
          <p:nvPr>
            <p:ph type="body" sz="quarter" idx="28" hasCustomPrompt="1"/>
          </p:nvPr>
        </p:nvSpPr>
        <p:spPr>
          <a:xfrm>
            <a:off x="3370039"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9" name="Text Placeholder 2">
            <a:extLst>
              <a:ext uri="{FF2B5EF4-FFF2-40B4-BE49-F238E27FC236}">
                <a16:creationId xmlns:a16="http://schemas.microsoft.com/office/drawing/2014/main" id="{7000C3D5-7B7C-EDA2-9F53-869EC3327CCF}"/>
              </a:ext>
            </a:extLst>
          </p:cNvPr>
          <p:cNvSpPr>
            <a:spLocks noGrp="1"/>
          </p:cNvSpPr>
          <p:nvPr>
            <p:ph type="body" sz="quarter" idx="21" hasCustomPrompt="1"/>
          </p:nvPr>
        </p:nvSpPr>
        <p:spPr>
          <a:xfrm>
            <a:off x="6414039"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2" name="Text Placeholder 2">
            <a:extLst>
              <a:ext uri="{FF2B5EF4-FFF2-40B4-BE49-F238E27FC236}">
                <a16:creationId xmlns:a16="http://schemas.microsoft.com/office/drawing/2014/main" id="{E9AE19AD-1845-6345-DD33-3FC9CF1784E4}"/>
              </a:ext>
            </a:extLst>
          </p:cNvPr>
          <p:cNvSpPr>
            <a:spLocks noGrp="1"/>
          </p:cNvSpPr>
          <p:nvPr>
            <p:ph type="body" sz="quarter" idx="22" hasCustomPrompt="1"/>
          </p:nvPr>
        </p:nvSpPr>
        <p:spPr>
          <a:xfrm>
            <a:off x="6414039"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16" name="Text Placeholder 2">
            <a:extLst>
              <a:ext uri="{FF2B5EF4-FFF2-40B4-BE49-F238E27FC236}">
                <a16:creationId xmlns:a16="http://schemas.microsoft.com/office/drawing/2014/main" id="{EFF38F98-219B-60E4-DEE4-A49FED7181F5}"/>
              </a:ext>
            </a:extLst>
          </p:cNvPr>
          <p:cNvSpPr>
            <a:spLocks noGrp="1"/>
          </p:cNvSpPr>
          <p:nvPr>
            <p:ph type="body" sz="quarter" idx="23" hasCustomPrompt="1"/>
          </p:nvPr>
        </p:nvSpPr>
        <p:spPr>
          <a:xfrm>
            <a:off x="9326880"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8" name="Text Placeholder 2">
            <a:extLst>
              <a:ext uri="{FF2B5EF4-FFF2-40B4-BE49-F238E27FC236}">
                <a16:creationId xmlns:a16="http://schemas.microsoft.com/office/drawing/2014/main" id="{76073D28-63C4-4EAB-D10E-E4C9A179B803}"/>
              </a:ext>
            </a:extLst>
          </p:cNvPr>
          <p:cNvSpPr>
            <a:spLocks noGrp="1"/>
          </p:cNvSpPr>
          <p:nvPr>
            <p:ph type="body" sz="quarter" idx="24" hasCustomPrompt="1"/>
          </p:nvPr>
        </p:nvSpPr>
        <p:spPr>
          <a:xfrm>
            <a:off x="9326880"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Tree>
    <p:extLst>
      <p:ext uri="{BB962C8B-B14F-4D97-AF65-F5344CB8AC3E}">
        <p14:creationId xmlns:p14="http://schemas.microsoft.com/office/powerpoint/2010/main" val="2899128948"/>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ase Study-4 Picture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45667" cy="6858000"/>
          </a:xfrm>
          <a:prstGeom prst="rect">
            <a:avLst/>
          </a:prstGeom>
          <a:solidFill>
            <a:schemeClr val="bg2"/>
          </a:solidFill>
        </p:spPr>
        <p:txBody>
          <a:bodyPr/>
          <a:lstStyle/>
          <a:p>
            <a:endParaRPr lang="en-US"/>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3048777" y="0"/>
            <a:ext cx="3045667" cy="6858000"/>
          </a:xfrm>
          <a:prstGeom prst="rect">
            <a:avLst/>
          </a:prstGeom>
          <a:solidFill>
            <a:schemeClr val="bg2"/>
          </a:solidFill>
        </p:spPr>
        <p:txBody>
          <a:bodyPr/>
          <a:lstStyle/>
          <a:p>
            <a:endParaRPr lang="en-US"/>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6097555" y="0"/>
            <a:ext cx="3045667" cy="6858000"/>
          </a:xfrm>
          <a:prstGeom prst="rect">
            <a:avLst/>
          </a:prstGeom>
          <a:solidFill>
            <a:schemeClr val="bg2"/>
          </a:solidFill>
        </p:spPr>
        <p:txBody>
          <a:bodyPr/>
          <a:lstStyle/>
          <a:p>
            <a:endParaRPr lang="en-US"/>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9146333" y="0"/>
            <a:ext cx="3045667" cy="6858000"/>
          </a:xfrm>
          <a:prstGeom prst="rect">
            <a:avLst/>
          </a:prstGeom>
          <a:solidFill>
            <a:schemeClr val="bg2"/>
          </a:solidFill>
        </p:spPr>
        <p:txBody>
          <a:bodyPr/>
          <a:lstStyle/>
          <a:p>
            <a:endParaRPr lang="en-US"/>
          </a:p>
        </p:txBody>
      </p:sp>
      <p:pic>
        <p:nvPicPr>
          <p:cNvPr id="2" name="Graphic 1">
            <a:extLst>
              <a:ext uri="{FF2B5EF4-FFF2-40B4-BE49-F238E27FC236}">
                <a16:creationId xmlns:a16="http://schemas.microsoft.com/office/drawing/2014/main" id="{0F219C23-5248-6A23-1656-7F24D37DB20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9D0F7879-EF16-5C25-BC5F-DF85AD10BA3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7931746-EE72-E501-E583-1218E82991FF}"/>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345833243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BE84340-BD33-8E44-99AA-69963886122B}"/>
              </a:ext>
            </a:extLst>
          </p:cNvPr>
          <p:cNvSpPr>
            <a:spLocks noGrp="1"/>
          </p:cNvSpPr>
          <p:nvPr>
            <p:ph type="pic" sz="quarter" idx="10"/>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2391401488"/>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32DEA7B-FE87-E4A3-0E28-5A6940077AAF}"/>
              </a:ext>
            </a:extLst>
          </p:cNvPr>
          <p:cNvSpPr/>
          <p:nvPr userDrawn="1"/>
        </p:nvSpPr>
        <p:spPr bwMode="auto">
          <a:xfrm>
            <a:off x="1020000" y="999000"/>
            <a:ext cx="10152000" cy="4860000"/>
          </a:xfrm>
          <a:prstGeom prst="rect">
            <a:avLst/>
          </a:prstGeom>
          <a:gradFill>
            <a:gsLst>
              <a:gs pos="66000">
                <a:schemeClr val="accent5"/>
              </a:gs>
              <a:gs pos="0">
                <a:schemeClr val="accent2"/>
              </a:gs>
              <a:gs pos="100000">
                <a:schemeClr val="accent4"/>
              </a:gs>
            </a:gsLst>
            <a:lin ang="1800000" scaled="0"/>
          </a:gradFill>
          <a:ln>
            <a:noFill/>
          </a:ln>
          <a:effectLst/>
        </p:spPr>
        <p:txBody>
          <a:bodyPr wrap="square" lIns="0" tIns="0" rIns="0" bIns="0" rtlCol="0" anchor="ctr"/>
          <a:lstStyle/>
          <a:p>
            <a:pPr lvl="0"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9" name="Title 8">
            <a:extLst>
              <a:ext uri="{FF2B5EF4-FFF2-40B4-BE49-F238E27FC236}">
                <a16:creationId xmlns:a16="http://schemas.microsoft.com/office/drawing/2014/main" id="{388A2ACC-EFED-3CEF-B58F-EA44CFA34596}"/>
              </a:ext>
            </a:extLst>
          </p:cNvPr>
          <p:cNvSpPr>
            <a:spLocks noGrp="1"/>
          </p:cNvSpPr>
          <p:nvPr>
            <p:ph type="title" hasCustomPrompt="1"/>
          </p:nvPr>
        </p:nvSpPr>
        <p:spPr>
          <a:xfrm>
            <a:off x="2149475" y="2464175"/>
            <a:ext cx="7899400" cy="615553"/>
          </a:xfrm>
          <a:prstGeom prst="rect">
            <a:avLst/>
          </a:prstGeom>
        </p:spPr>
        <p:txBody>
          <a:bodyPr vert="horz" wrap="square" lIns="0" tIns="0" rIns="0" bIns="0" rtlCol="0" anchor="t">
            <a:spAutoFit/>
          </a:bodyPr>
          <a:lstStyle>
            <a:lvl1pPr>
              <a:defRPr lang="en-US" sz="4000" b="0" i="0" spc="0">
                <a:solidFill>
                  <a:schemeClr val="bg1"/>
                </a:solidFill>
                <a:effectLst/>
                <a:latin typeface="Calibri Light" panose="020F0302020204030204" pitchFamily="34" charset="0"/>
                <a:cs typeface="Calibri Light" panose="020F0302020204030204" pitchFamily="34" charset="0"/>
              </a:defRPr>
            </a:lvl1pPr>
          </a:lstStyle>
          <a:p>
            <a:pPr lvl="0"/>
            <a:r>
              <a:rPr lang="en-US"/>
              <a:t>Insert your quote here</a:t>
            </a:r>
          </a:p>
        </p:txBody>
      </p:sp>
      <p:sp>
        <p:nvSpPr>
          <p:cNvPr id="2" name="Title 8">
            <a:extLst>
              <a:ext uri="{FF2B5EF4-FFF2-40B4-BE49-F238E27FC236}">
                <a16:creationId xmlns:a16="http://schemas.microsoft.com/office/drawing/2014/main" id="{A967559A-5EC8-8B92-65E3-76928C972876}"/>
              </a:ext>
            </a:extLst>
          </p:cNvPr>
          <p:cNvSpPr txBox="1"/>
          <p:nvPr userDrawn="1"/>
        </p:nvSpPr>
        <p:spPr>
          <a:xfrm>
            <a:off x="2062976" y="1531155"/>
            <a:ext cx="1248633" cy="147732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lang="en-US" sz="4000" b="0" i="0" kern="1200" spc="0">
                <a:gradFill>
                  <a:gsLst>
                    <a:gs pos="50000">
                      <a:schemeClr val="accent2"/>
                    </a:gs>
                    <a:gs pos="70000">
                      <a:schemeClr val="accent5"/>
                    </a:gs>
                    <a:gs pos="100000">
                      <a:schemeClr val="accent4"/>
                    </a:gs>
                  </a:gsLst>
                  <a:lin ang="1200000" scaled="0"/>
                </a:gradFill>
                <a:effectLst/>
                <a:latin typeface="Calibri Light" panose="020F0302020204030204" pitchFamily="34" charset="0"/>
                <a:ea typeface="Calibri" panose="020F0502020204030204" pitchFamily="34" charset="0"/>
                <a:cs typeface="Calibri Light" panose="020F0302020204030204" pitchFamily="34" charset="0"/>
              </a:defRPr>
            </a:lvl1pPr>
          </a:lstStyle>
          <a:p>
            <a:r>
              <a:rPr lang="en-GB" sz="9600">
                <a:solidFill>
                  <a:schemeClr val="bg1"/>
                </a:solidFill>
              </a:rPr>
              <a:t>“</a:t>
            </a:r>
          </a:p>
        </p:txBody>
      </p:sp>
    </p:spTree>
    <p:extLst>
      <p:ext uri="{BB962C8B-B14F-4D97-AF65-F5344CB8AC3E}">
        <p14:creationId xmlns:p14="http://schemas.microsoft.com/office/powerpoint/2010/main" val="205022920"/>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ank_you">
    <p:bg>
      <p:bgPr>
        <a:solidFill>
          <a:schemeClr val="tx1"/>
        </a:solid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r>
              <a:rPr lang="en-US"/>
              <a:t>For more information, contact</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r>
              <a:rPr lang="en-US"/>
              <a:t>Name</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r>
              <a:rPr lang="en-US"/>
              <a:t>Position title</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Insert email</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+1 000 000 000</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457200" y="1353882"/>
            <a:ext cx="4220135" cy="1107996"/>
          </a:xfrm>
          <a:prstGeom prst="rect">
            <a:avLst/>
          </a:prstGeom>
        </p:spPr>
        <p:txBody>
          <a:bodyPr wrap="square">
            <a:spAutoFit/>
          </a:bodyPr>
          <a:lstStyle>
            <a:lvl1pPr>
              <a:defRPr sz="7200" b="0" i="0">
                <a:gradFill>
                  <a:gsLst>
                    <a:gs pos="50000">
                      <a:schemeClr val="accent2"/>
                    </a:gs>
                    <a:gs pos="70000">
                      <a:schemeClr val="accent5"/>
                    </a:gs>
                    <a:gs pos="100000">
                      <a:schemeClr val="accent4"/>
                    </a:gs>
                  </a:gsLst>
                  <a:lin ang="120000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p:nvPr userDrawn="1"/>
        </p:nvCxnSpPr>
        <p:spPr>
          <a:xfrm>
            <a:off x="6008594" y="1981200"/>
            <a:ext cx="624840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84736574-B51A-9653-821A-E3F5C3FCDF5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6191EA3E-7B20-955D-0C59-DF85A9153658}"/>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A9BB0EE7-0219-6A5E-BA7F-872F2C48D7E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602868677"/>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hank_you-Light">
    <p:bg>
      <p:bgPr>
        <a:blipFill dpi="0" rotWithShape="1">
          <a:blip r:embed="rId2">
            <a:lum/>
          </a:blip>
          <a:stretch>
            <a:fillRect/>
          </a:stretch>
        </a:blip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tx1"/>
                </a:solidFill>
                <a:latin typeface="Calibri" panose="020F0502020204030204" pitchFamily="34" charset="0"/>
                <a:cs typeface="Calibri" panose="020F0502020204030204" pitchFamily="34" charset="0"/>
              </a:defRPr>
            </a:lvl1pPr>
          </a:lstStyle>
          <a:p>
            <a:r>
              <a:rPr lang="en-US"/>
              <a:t>For more information, contact</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r>
              <a:rPr lang="en-US"/>
              <a:t>Name</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r>
              <a:rPr lang="en-US"/>
              <a:t>Position title</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r>
              <a:rPr lang="en-US"/>
              <a:t>Insert email</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r>
              <a:rPr lang="en-US"/>
              <a:t>+1 000 000 000</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457200" y="1353882"/>
            <a:ext cx="4220135" cy="1107996"/>
          </a:xfrm>
          <a:prstGeom prst="rect">
            <a:avLst/>
          </a:prstGeom>
        </p:spPr>
        <p:txBody>
          <a:bodyPr wrap="square">
            <a:spAutoFit/>
          </a:bodyPr>
          <a:lstStyle>
            <a:lvl1pPr>
              <a:defRPr sz="7200" b="0" i="0">
                <a:gradFill>
                  <a:gsLst>
                    <a:gs pos="50000">
                      <a:schemeClr val="accent2"/>
                    </a:gs>
                    <a:gs pos="70000">
                      <a:schemeClr val="accent5"/>
                    </a:gs>
                    <a:gs pos="100000">
                      <a:schemeClr val="accent4"/>
                    </a:gs>
                  </a:gsLst>
                  <a:lin ang="120000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p:nvPr userDrawn="1"/>
        </p:nvCxnSpPr>
        <p:spPr>
          <a:xfrm>
            <a:off x="6008594" y="1981200"/>
            <a:ext cx="6248400" cy="0"/>
          </a:xfrm>
          <a:prstGeom prst="line">
            <a:avLst/>
          </a:prstGeom>
          <a:ln w="6350">
            <a:solidFill>
              <a:schemeClr val="tx2">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561138"/>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hank_you_photo">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474663" y="1035424"/>
            <a:ext cx="4648200" cy="1107996"/>
          </a:xfrm>
          <a:prstGeom prst="rect">
            <a:avLst/>
          </a:prstGeom>
        </p:spPr>
        <p:txBody>
          <a:bodyPr vert="horz" wrap="square" lIns="0" tIns="0" rIns="0" bIns="0" rtlCol="0" anchor="t">
            <a:spAutoFit/>
          </a:bodyPr>
          <a:lstStyle>
            <a:lvl1pPr>
              <a:defRPr lang="en-US" sz="7200" b="0">
                <a:gradFill>
                  <a:gsLst>
                    <a:gs pos="50000">
                      <a:schemeClr val="accent2"/>
                    </a:gs>
                    <a:gs pos="70000">
                      <a:schemeClr val="accent5"/>
                    </a:gs>
                    <a:gs pos="100000">
                      <a:schemeClr val="accent4"/>
                    </a:gs>
                  </a:gsLst>
                  <a:lin ang="1200000" scaled="0"/>
                </a:gradFill>
                <a:latin typeface="Calibri" panose="020F0502020204030204" pitchFamily="34" charset="0"/>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474663" y="2540616"/>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r>
              <a:rPr lang="en-US"/>
              <a:t>For more information, contact</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474663" y="3313799"/>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474663" y="3672220"/>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474663" y="420130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Insert email</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474663" y="448823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+1 000 000 000</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474663" y="4897078"/>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11" name="Straight Connector 10">
            <a:extLst>
              <a:ext uri="{FF2B5EF4-FFF2-40B4-BE49-F238E27FC236}">
                <a16:creationId xmlns:a16="http://schemas.microsoft.com/office/drawing/2014/main" id="{68FF80AE-E38B-EC18-E1B5-2B5AAE36C2F4}"/>
              </a:ext>
            </a:extLst>
          </p:cNvPr>
          <p:cNvCxnSpPr/>
          <p:nvPr userDrawn="1"/>
        </p:nvCxnSpPr>
        <p:spPr>
          <a:xfrm>
            <a:off x="474663"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B5E39841-8080-2E83-D8BB-7AD807F024A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2" name="TextBox 11">
            <a:extLst>
              <a:ext uri="{FF2B5EF4-FFF2-40B4-BE49-F238E27FC236}">
                <a16:creationId xmlns:a16="http://schemas.microsoft.com/office/drawing/2014/main" id="{598728A8-4504-9979-0928-94780E8A451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68625CBB-5BC8-9235-54D3-C8F265017D7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675714861"/>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endParaRPr lang="en-US"/>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rgbClr val="161616"/>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Oval 7">
            <a:extLst>
              <a:ext uri="{FF2B5EF4-FFF2-40B4-BE49-F238E27FC236}">
                <a16:creationId xmlns:a16="http://schemas.microsoft.com/office/drawing/2014/main" id="{08E94620-1500-8D43-BD64-006D83AE4B8E}"/>
              </a:ext>
            </a:extLst>
          </p:cNvPr>
          <p:cNvSpPr/>
          <p:nvPr userDrawn="1"/>
        </p:nvSpPr>
        <p:spPr bwMode="auto">
          <a:xfrm>
            <a:off x="-2151983" y="5103629"/>
            <a:ext cx="3848986" cy="3848986"/>
          </a:xfrm>
          <a:prstGeom prst="ellipse">
            <a:avLst/>
          </a:prstGeom>
          <a:solidFill>
            <a:srgbClr val="8B97FF">
              <a:alpha val="65000"/>
            </a:srgbClr>
          </a:solidFill>
          <a:ln>
            <a:noFill/>
          </a:ln>
          <a:effectLst>
            <a:softEdge rad="80594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Calibri" panose="020F0502020204030204" pitchFamily="34"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584775"/>
          </a:xfrm>
          <a:prstGeom prst="rect">
            <a:avLst/>
          </a:prstGeom>
        </p:spPr>
        <p:txBody>
          <a:bodyPr wrap="square">
            <a:spAutoFit/>
          </a:bodyPr>
          <a:lstStyle>
            <a:lvl1pPr>
              <a:lnSpc>
                <a:spcPct val="100000"/>
              </a:lnSpc>
              <a:spcBef>
                <a:spcPct val="0"/>
              </a:spcBef>
              <a:defRPr sz="38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Thank you!</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ct val="0"/>
              </a:spcBef>
              <a:defRPr sz="1200" b="1" spc="300">
                <a:solidFill>
                  <a:schemeClr val="bg1"/>
                </a:solidFill>
                <a:latin typeface="+mj-lt"/>
                <a:cs typeface="Calibri Light" panose="020F0302020204030204" pitchFamily="34" charset="0"/>
              </a:defRPr>
            </a:lvl1pPr>
            <a:lvl2pPr>
              <a:buNone/>
              <a:defRPr/>
            </a:lvl2pPr>
          </a:lstStyle>
          <a:p>
            <a:pPr lvl="0"/>
            <a:r>
              <a:rPr lang="en-US">
                <a:effectLst/>
              </a:rPr>
              <a:t>EPAM</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flipH="1">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E5AA398A-2E47-0C00-F4A0-87498FC7BBC1}"/>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0" name="Text Placeholder 3">
            <a:extLst>
              <a:ext uri="{FF2B5EF4-FFF2-40B4-BE49-F238E27FC236}">
                <a16:creationId xmlns:a16="http://schemas.microsoft.com/office/drawing/2014/main" id="{E8E7F306-CD25-215E-BBB0-42720869F90C}"/>
              </a:ext>
            </a:extLst>
          </p:cNvPr>
          <p:cNvSpPr txBox="1"/>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675485549"/>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1896"/>
            <a:ext cx="11274552"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273160332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2799394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395933786"/>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711DC1E-1655-6E42-AF7C-93AFD4B944D7}"/>
              </a:ext>
            </a:extLst>
          </p:cNvPr>
          <p:cNvSpPr>
            <a:spLocks noGrp="1"/>
          </p:cNvSpPr>
          <p:nvPr>
            <p:ph type="title" hasCustomPrompt="1"/>
          </p:nvPr>
        </p:nvSpPr>
        <p:spPr>
          <a:xfrm>
            <a:off x="368455" y="1020455"/>
            <a:ext cx="11463183" cy="978317"/>
          </a:xfrm>
        </p:spPr>
        <p:txBody>
          <a:bodyPr/>
          <a:lstStyle>
            <a:lvl1pPr>
              <a:defRPr/>
            </a:lvl1pPr>
          </a:lstStyle>
          <a:p>
            <a:r>
              <a:rPr lang="en-US"/>
              <a:t>Add slide title</a:t>
            </a:r>
          </a:p>
        </p:txBody>
      </p:sp>
      <p:sp>
        <p:nvSpPr>
          <p:cNvPr id="16" name="Content Placeholder 2">
            <a:extLst>
              <a:ext uri="{FF2B5EF4-FFF2-40B4-BE49-F238E27FC236}">
                <a16:creationId xmlns:a16="http://schemas.microsoft.com/office/drawing/2014/main" id="{625BD7DC-80FF-434A-B61F-866D2EAA1444}"/>
              </a:ext>
            </a:extLst>
          </p:cNvPr>
          <p:cNvSpPr>
            <a:spLocks noGrp="1"/>
          </p:cNvSpPr>
          <p:nvPr>
            <p:ph idx="1" hasCustomPrompt="1"/>
          </p:nvPr>
        </p:nvSpPr>
        <p:spPr>
          <a:xfrm>
            <a:off x="368455" y="2407516"/>
            <a:ext cx="11463183" cy="3734522"/>
          </a:xfrm>
        </p:spPr>
        <p:txBody>
          <a:bodyPr/>
          <a:lstStyle>
            <a:lvl1pPr marL="285750" indent="-285750">
              <a:buSzPct val="80000"/>
              <a:buFont typeface="System Font Regular"/>
              <a:buChar char="⁄"/>
              <a:defRPr baseline="0"/>
            </a:lvl1pPr>
            <a:lvl2pPr marL="742950" indent="-285750">
              <a:buSzPct val="80000"/>
              <a:buFont typeface="System Font Regular"/>
              <a:buChar char="⁄"/>
              <a:defRPr baseline="0"/>
            </a:lvl2pPr>
            <a:lvl3pPr marL="1200150" indent="-285750">
              <a:buSzPct val="80000"/>
              <a:buFont typeface="System Font Regular"/>
              <a:buChar char="⁄"/>
              <a:defRPr baseline="0"/>
            </a:lvl3pPr>
            <a:lvl4pPr marL="1657350" indent="-285750">
              <a:buSzPct val="80000"/>
              <a:buFont typeface="System Font Regular"/>
              <a:buChar char="⁄"/>
              <a:defRPr baseline="0"/>
            </a:lvl4pPr>
            <a:lvl5pPr marL="2114550" indent="-285750">
              <a:buSzPct val="80000"/>
              <a:buFont typeface="System Font Regular"/>
              <a:buChar char="⁄"/>
              <a:defRPr baseline="0"/>
            </a:lvl5pPr>
          </a:lstStyle>
          <a:p>
            <a:pPr lvl="0"/>
            <a:r>
              <a:rPr lang="en-US"/>
              <a:t>Add first level body copy</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A0AC6731-A80E-6C55-1B38-98EAAFFAD966}"/>
              </a:ext>
            </a:extLst>
          </p:cNvPr>
          <p:cNvSpPr txBox="1"/>
          <p:nvPr userDrawn="1"/>
        </p:nvSpPr>
        <p:spPr>
          <a:xfrm>
            <a:off x="368455" y="6625087"/>
            <a:ext cx="184731" cy="369332"/>
          </a:xfrm>
          <a:prstGeom prst="rect">
            <a:avLst/>
          </a:prstGeom>
          <a:noFill/>
        </p:spPr>
        <p:txBody>
          <a:bodyPr wrap="none" rtlCol="0">
            <a:spAutoFit/>
          </a:bodyPr>
          <a:lstStyle/>
          <a:p>
            <a:endParaRPr lang="en-GB"/>
          </a:p>
        </p:txBody>
      </p:sp>
      <p:sp>
        <p:nvSpPr>
          <p:cNvPr id="4" name="TextBox 3">
            <a:extLst>
              <a:ext uri="{FF2B5EF4-FFF2-40B4-BE49-F238E27FC236}">
                <a16:creationId xmlns:a16="http://schemas.microsoft.com/office/drawing/2014/main" id="{FD3BA84E-59F2-1C19-FC96-33C2DD996D81}"/>
              </a:ext>
            </a:extLst>
          </p:cNvPr>
          <p:cNvSpPr txBox="1"/>
          <p:nvPr userDrawn="1"/>
        </p:nvSpPr>
        <p:spPr>
          <a:xfrm>
            <a:off x="368455" y="6443060"/>
            <a:ext cx="6103188" cy="215444"/>
          </a:xfrm>
          <a:prstGeom prst="rect">
            <a:avLst/>
          </a:prstGeom>
          <a:noFill/>
        </p:spPr>
        <p:txBody>
          <a:bodyPr wrap="square">
            <a:spAutoFit/>
          </a:bodyPr>
          <a:lstStyle/>
          <a:p>
            <a:r>
              <a:rPr lang="en-GB" sz="800">
                <a:latin typeface="Arial (Body)"/>
              </a:rPr>
              <a:t>© Copyright FD Technologies plc 2023</a:t>
            </a:r>
            <a:endParaRPr lang="en-GB" sz="800"/>
          </a:p>
        </p:txBody>
      </p:sp>
    </p:spTree>
    <p:extLst>
      <p:ext uri="{BB962C8B-B14F-4D97-AF65-F5344CB8AC3E}">
        <p14:creationId xmlns:p14="http://schemas.microsoft.com/office/powerpoint/2010/main" val="155719384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E3A54-6AFF-4A55-B379-8FDD6A6C7BD7}"/>
              </a:ext>
            </a:extLst>
          </p:cNvPr>
          <p:cNvSpPr>
            <a:spLocks noGrp="1"/>
          </p:cNvSpPr>
          <p:nvPr>
            <p:ph type="title" hasCustomPrompt="1"/>
          </p:nvPr>
        </p:nvSpPr>
        <p:spPr/>
        <p:txBody>
          <a:bodyPr/>
          <a:lstStyle>
            <a:lvl1pPr>
              <a:defRPr/>
            </a:lvl1pPr>
          </a:lstStyle>
          <a:p>
            <a:r>
              <a:rPr lang="en-US"/>
              <a:t>Title here</a:t>
            </a:r>
            <a:endParaRPr lang="en-GB"/>
          </a:p>
        </p:txBody>
      </p:sp>
      <p:sp>
        <p:nvSpPr>
          <p:cNvPr id="4" name="TextBox 3">
            <a:extLst>
              <a:ext uri="{FF2B5EF4-FFF2-40B4-BE49-F238E27FC236}">
                <a16:creationId xmlns:a16="http://schemas.microsoft.com/office/drawing/2014/main" id="{D7B0BF5F-20D2-C427-5D88-A56288D8AD22}"/>
              </a:ext>
            </a:extLst>
          </p:cNvPr>
          <p:cNvSpPr txBox="1"/>
          <p:nvPr userDrawn="1"/>
        </p:nvSpPr>
        <p:spPr>
          <a:xfrm>
            <a:off x="368455" y="6443060"/>
            <a:ext cx="6103188" cy="215444"/>
          </a:xfrm>
          <a:prstGeom prst="rect">
            <a:avLst/>
          </a:prstGeom>
          <a:noFill/>
        </p:spPr>
        <p:txBody>
          <a:bodyPr wrap="square">
            <a:spAutoFit/>
          </a:bodyPr>
          <a:lstStyle/>
          <a:p>
            <a:r>
              <a:rPr lang="en-GB" sz="800">
                <a:latin typeface="Arial (Body)"/>
              </a:rPr>
              <a:t>© Copyright FD Technologies plc 2023</a:t>
            </a:r>
            <a:endParaRPr lang="en-GB" sz="800"/>
          </a:p>
        </p:txBody>
      </p:sp>
    </p:spTree>
    <p:extLst>
      <p:ext uri="{BB962C8B-B14F-4D97-AF65-F5344CB8AC3E}">
        <p14:creationId xmlns:p14="http://schemas.microsoft.com/office/powerpoint/2010/main" val="380783965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CAE6D5-123B-CC45-BD0B-E2B0D1212E50}"/>
              </a:ext>
            </a:extLst>
          </p:cNvPr>
          <p:cNvSpPr>
            <a:spLocks noGrp="1"/>
          </p:cNvSpPr>
          <p:nvPr>
            <p:ph type="title" hasCustomPrompt="1"/>
          </p:nvPr>
        </p:nvSpPr>
        <p:spPr>
          <a:xfrm>
            <a:off x="368455" y="1020455"/>
            <a:ext cx="11463183" cy="978317"/>
          </a:xfrm>
        </p:spPr>
        <p:txBody>
          <a:bodyPr/>
          <a:lstStyle>
            <a:lvl1pPr>
              <a:defRPr/>
            </a:lvl1pPr>
          </a:lstStyle>
          <a:p>
            <a:r>
              <a:rPr lang="en-US"/>
              <a:t>Add slide title</a:t>
            </a:r>
          </a:p>
        </p:txBody>
      </p:sp>
      <p:sp>
        <p:nvSpPr>
          <p:cNvPr id="5" name="Content Placeholder 2">
            <a:extLst>
              <a:ext uri="{FF2B5EF4-FFF2-40B4-BE49-F238E27FC236}">
                <a16:creationId xmlns:a16="http://schemas.microsoft.com/office/drawing/2014/main" id="{846D0EAE-A569-FD45-9A2A-C361E5B3CCB7}"/>
              </a:ext>
            </a:extLst>
          </p:cNvPr>
          <p:cNvSpPr>
            <a:spLocks noGrp="1"/>
          </p:cNvSpPr>
          <p:nvPr>
            <p:ph idx="1" hasCustomPrompt="1"/>
          </p:nvPr>
        </p:nvSpPr>
        <p:spPr>
          <a:xfrm>
            <a:off x="368454" y="2407516"/>
            <a:ext cx="5547545" cy="3734522"/>
          </a:xfrm>
        </p:spPr>
        <p:txBody>
          <a:bodyPr/>
          <a:lstStyle>
            <a:lvl1pPr marL="228600" indent="-228600">
              <a:buSzPct val="80000"/>
              <a:buFont typeface="System Font Regular"/>
              <a:buChar char="⁄"/>
              <a:defRPr/>
            </a:lvl1pPr>
            <a:lvl2pPr marL="685800" indent="-228600">
              <a:buSzPct val="80000"/>
              <a:buFont typeface="System Font Regular"/>
              <a:buChar char="⁄"/>
              <a:defRPr/>
            </a:lvl2pPr>
            <a:lvl3pPr marL="1143000" indent="-228600">
              <a:buSzPct val="80000"/>
              <a:buFont typeface="System Font Regular"/>
              <a:buChar char="⁄"/>
              <a:defRPr/>
            </a:lvl3pPr>
            <a:lvl4pPr marL="1600200" indent="-228600">
              <a:buSzPct val="80000"/>
              <a:buFont typeface="System Font Regular"/>
              <a:buChar char="⁄"/>
              <a:defRPr/>
            </a:lvl4pPr>
            <a:lvl5pPr marL="2057400" indent="-228600">
              <a:buSzPct val="80000"/>
              <a:buFont typeface="System Font Regular"/>
              <a:buChar char="⁄"/>
              <a:defRPr/>
            </a:lvl5pPr>
          </a:lstStyle>
          <a:p>
            <a:pPr lvl="0"/>
            <a:r>
              <a:rPr lang="en-US"/>
              <a:t>Add first level body copy</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97988FA-26E6-CA41-B912-D562DE2744A8}"/>
              </a:ext>
            </a:extLst>
          </p:cNvPr>
          <p:cNvSpPr>
            <a:spLocks noGrp="1"/>
          </p:cNvSpPr>
          <p:nvPr>
            <p:ph idx="10" hasCustomPrompt="1"/>
          </p:nvPr>
        </p:nvSpPr>
        <p:spPr>
          <a:xfrm>
            <a:off x="6276000" y="2407516"/>
            <a:ext cx="5555638" cy="3734522"/>
          </a:xfrm>
        </p:spPr>
        <p:txBody>
          <a:bodyPr/>
          <a:lstStyle>
            <a:lvl1pPr marL="228600" indent="-228600">
              <a:buSzPct val="80000"/>
              <a:buFont typeface="System Font Regular"/>
              <a:buChar char="⁄"/>
              <a:defRPr/>
            </a:lvl1pPr>
            <a:lvl2pPr marL="685800" indent="-228600">
              <a:buSzPct val="80000"/>
              <a:buFont typeface="System Font Regular"/>
              <a:buChar char="⁄"/>
              <a:defRPr/>
            </a:lvl2pPr>
            <a:lvl3pPr marL="1143000" indent="-228600">
              <a:buSzPct val="80000"/>
              <a:buFont typeface="System Font Regular"/>
              <a:buChar char="⁄"/>
              <a:defRPr/>
            </a:lvl3pPr>
            <a:lvl4pPr marL="1600200" indent="-228600">
              <a:buSzPct val="80000"/>
              <a:buFont typeface="System Font Regular"/>
              <a:buChar char="⁄"/>
              <a:defRPr/>
            </a:lvl4pPr>
            <a:lvl5pPr marL="2057400" indent="-228600">
              <a:buSzPct val="80000"/>
              <a:buFont typeface="System Font Regular"/>
              <a:buChar char="⁄"/>
              <a:defRPr/>
            </a:lvl5pPr>
          </a:lstStyle>
          <a:p>
            <a:pPr lvl="0"/>
            <a:r>
              <a:rPr lang="en-US"/>
              <a:t>Add first level body copy</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354336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 name="TextBox 3">
            <a:extLst>
              <a:ext uri="{FF2B5EF4-FFF2-40B4-BE49-F238E27FC236}">
                <a16:creationId xmlns:a16="http://schemas.microsoft.com/office/drawing/2014/main" id="{ACB7486B-35A7-A3FF-6F44-2159B1E9FAD3}"/>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B82A7F25-3763-4002-A844-19432F96312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solidFill>
                  <a:schemeClr val="bg1"/>
                </a:solidFill>
              </a:rPr>
              <a:pPr lvl="0"/>
              <a:t>‹#›</a:t>
            </a:fld>
            <a:endParaRPr lang="en-US" sz="1000">
              <a:solidFill>
                <a:schemeClr val="bg1"/>
              </a:solidFill>
            </a:endParaRPr>
          </a:p>
        </p:txBody>
      </p:sp>
      <p:sp>
        <p:nvSpPr>
          <p:cNvPr id="6" name="Title 1">
            <a:extLst>
              <a:ext uri="{FF2B5EF4-FFF2-40B4-BE49-F238E27FC236}">
                <a16:creationId xmlns:a16="http://schemas.microsoft.com/office/drawing/2014/main" id="{9EBC1AB0-2CF4-70A1-0BD7-A9A57D9F98BB}"/>
              </a:ext>
            </a:extLst>
          </p:cNvPr>
          <p:cNvSpPr>
            <a:spLocks noGrp="1"/>
          </p:cNvSpPr>
          <p:nvPr>
            <p:ph type="title"/>
          </p:nvPr>
        </p:nvSpPr>
        <p:spPr>
          <a:xfrm>
            <a:off x="457200" y="723900"/>
            <a:ext cx="5342021" cy="457200"/>
          </a:xfrm>
        </p:spPr>
        <p:txBody>
          <a:bodyPr/>
          <a:lstStyle>
            <a:lvl1pPr>
              <a:defRPr b="1">
                <a:solidFill>
                  <a:schemeClr val="tx1"/>
                </a:solidFill>
                <a:latin typeface="+mn-lt"/>
              </a:defRPr>
            </a:lvl1pPr>
          </a:lstStyle>
          <a:p>
            <a:r>
              <a:rPr lang="en-US"/>
              <a:t>Click to edit Master title style</a:t>
            </a:r>
          </a:p>
        </p:txBody>
      </p:sp>
      <p:sp>
        <p:nvSpPr>
          <p:cNvPr id="8" name="Text Placeholder 10">
            <a:extLst>
              <a:ext uri="{FF2B5EF4-FFF2-40B4-BE49-F238E27FC236}">
                <a16:creationId xmlns:a16="http://schemas.microsoft.com/office/drawing/2014/main" id="{9B299D4E-38EF-AC64-7836-1AD1E87996BE}"/>
              </a:ext>
            </a:extLst>
          </p:cNvPr>
          <p:cNvSpPr>
            <a:spLocks noGrp="1"/>
          </p:cNvSpPr>
          <p:nvPr>
            <p:ph type="body" sz="quarter" idx="15" hasCustomPrompt="1"/>
          </p:nvPr>
        </p:nvSpPr>
        <p:spPr>
          <a:xfrm>
            <a:off x="457200" y="382446"/>
            <a:ext cx="5342021"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40852270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97616456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2" name="Title 1">
            <a:extLst>
              <a:ext uri="{FF2B5EF4-FFF2-40B4-BE49-F238E27FC236}">
                <a16:creationId xmlns:a16="http://schemas.microsoft.com/office/drawing/2014/main" id="{E740C5E2-D359-5FED-B284-19CF47A418DC}"/>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A60CDFE-3A94-5F3A-0523-ABA56078007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E7052EF-2C83-09DE-9638-F3492217FF7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997612B5-8615-3AC0-8239-012312B6FD99}"/>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Tree>
    <p:extLst>
      <p:ext uri="{BB962C8B-B14F-4D97-AF65-F5344CB8AC3E}">
        <p14:creationId xmlns:p14="http://schemas.microsoft.com/office/powerpoint/2010/main" val="367578544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1896"/>
            <a:ext cx="11274552"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309344417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Title+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ts val="0"/>
              </a:spcBef>
              <a:buNone/>
              <a:defRPr sz="1600" b="1" i="0">
                <a:solidFill>
                  <a:schemeClr val="tx1"/>
                </a:solidFill>
              </a:defRPr>
            </a:lvl1pPr>
          </a:lstStyle>
          <a:p>
            <a:pPr lvl="0"/>
            <a:r>
              <a:rPr lang="en-US"/>
              <a:t>Edit Master text styles</a:t>
            </a:r>
          </a:p>
        </p:txBody>
      </p:sp>
      <p:sp>
        <p:nvSpPr>
          <p:cNvPr id="2" name="Title 1">
            <a:extLst>
              <a:ext uri="{FF2B5EF4-FFF2-40B4-BE49-F238E27FC236}">
                <a16:creationId xmlns:a16="http://schemas.microsoft.com/office/drawing/2014/main" id="{51B4284D-C7B7-AF33-505C-3BCE705434E9}"/>
              </a:ext>
            </a:extLst>
          </p:cNvPr>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8CBF3641-43B5-6FAC-E7AA-3C2E1B68684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79575881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noChangeAspect="1"/>
          </p:cNvSpPr>
          <p:nvPr>
            <p:ph type="pic" sz="quarter" idx="16"/>
          </p:nvPr>
        </p:nvSpPr>
        <p:spPr>
          <a:xfrm>
            <a:off x="8369142" y="637673"/>
            <a:ext cx="3223393" cy="2433600"/>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1" y="723900"/>
            <a:ext cx="2391508" cy="1263162"/>
          </a:xfrm>
        </p:spPr>
        <p:txBody>
          <a:bodyPr/>
          <a:lstStyle>
            <a:lvl1pPr>
              <a:defRPr b="1">
                <a:solidFill>
                  <a:schemeClr val="bg1"/>
                </a:solidFill>
                <a:latin typeface="Product Sans" panose="020B0403030502040203" pitchFamily="34" charset="0"/>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1" y="382446"/>
            <a:ext cx="2391508" cy="255227"/>
          </a:xfrm>
          <a:prstGeom prst="rect">
            <a:avLst/>
          </a:prstGeom>
        </p:spPr>
        <p:txBody>
          <a:bodyPr vert="horz" lIns="0" tIns="0" rIns="0" bIns="0" rtlCol="0">
            <a:noAutofit/>
          </a:bodyPr>
          <a:lstStyle>
            <a:lvl1pPr>
              <a:defRPr lang="en-US" sz="1000" cap="all" spc="300" baseline="0">
                <a:solidFill>
                  <a:schemeClr val="bg1"/>
                </a:solidFill>
                <a:latin typeface="Product Sans" panose="020B0403030502040203" pitchFamily="34" charset="0"/>
              </a:defRPr>
            </a:lvl1pPr>
          </a:lstStyle>
          <a:p>
            <a:pPr lvl="0">
              <a:lnSpc>
                <a:spcPct val="100000"/>
              </a:lnSpc>
            </a:pPr>
            <a:r>
              <a:rPr lang="en-US"/>
              <a:t>Click to add section title</a:t>
            </a:r>
          </a:p>
        </p:txBody>
      </p:sp>
      <p:sp>
        <p:nvSpPr>
          <p:cNvPr id="4" name="Picture Placeholder 2">
            <a:extLst>
              <a:ext uri="{FF2B5EF4-FFF2-40B4-BE49-F238E27FC236}">
                <a16:creationId xmlns:a16="http://schemas.microsoft.com/office/drawing/2014/main" id="{785F1CB9-4A4B-D886-F0C6-7A57271EC4E5}"/>
              </a:ext>
            </a:extLst>
          </p:cNvPr>
          <p:cNvSpPr>
            <a:spLocks noGrp="1" noChangeAspect="1"/>
          </p:cNvSpPr>
          <p:nvPr>
            <p:ph type="pic" sz="quarter" idx="17"/>
          </p:nvPr>
        </p:nvSpPr>
        <p:spPr>
          <a:xfrm>
            <a:off x="8369142" y="3838246"/>
            <a:ext cx="3223393" cy="2433600"/>
          </a:xfrm>
          <a:prstGeom prst="rect">
            <a:avLst/>
          </a:prstGeom>
        </p:spPr>
        <p:txBody>
          <a:bodyPr/>
          <a:lstStyle/>
          <a:p>
            <a:r>
              <a:rPr lang="en-US"/>
              <a:t>Click icon to add picture</a:t>
            </a:r>
          </a:p>
        </p:txBody>
      </p:sp>
    </p:spTree>
    <p:extLst>
      <p:ext uri="{BB962C8B-B14F-4D97-AF65-F5344CB8AC3E}">
        <p14:creationId xmlns:p14="http://schemas.microsoft.com/office/powerpoint/2010/main" val="4237749342"/>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FF6CAB9-3229-A377-2782-A27CB6B30495}"/>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1B5412B9-D91D-8002-0693-897E81DD8C8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Tree>
    <p:extLst>
      <p:ext uri="{BB962C8B-B14F-4D97-AF65-F5344CB8AC3E}">
        <p14:creationId xmlns:p14="http://schemas.microsoft.com/office/powerpoint/2010/main" val="3958676663"/>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211926353"/>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theme" Target="../theme/theme1.xml"/><Relationship Id="rId68"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theme" Target="../theme/theme2.xml"/><Relationship Id="rId4" Type="http://schemas.openxmlformats.org/officeDocument/2006/relationships/image" Target="../media/image1.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theme" Target="../theme/theme3.xml"/><Relationship Id="rId6" Type="http://schemas.openxmlformats.org/officeDocument/2006/relationships/image" Target="../media/image18.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theme" Target="../theme/theme4.xml"/><Relationship Id="rId4" Type="http://schemas.openxmlformats.org/officeDocument/2006/relationships/image" Target="../media/image19.sv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slideLayout" Target="../slideLayouts/slideLayout76.xml"/><Relationship Id="rId3" Type="http://schemas.openxmlformats.org/officeDocument/2006/relationships/slideLayout" Target="../slideLayouts/slideLayout77.xml"/><Relationship Id="rId4" Type="http://schemas.openxmlformats.org/officeDocument/2006/relationships/theme" Target="../theme/theme5.xml"/><Relationship Id="rId5" Type="http://schemas.openxmlformats.org/officeDocument/2006/relationships/image" Target="../media/image20.sv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theme" Target="../theme/theme6.xml"/><Relationship Id="rId3" Type="http://schemas.openxmlformats.org/officeDocument/2006/relationships/image" Target="../media/image20.sv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theme" Target="../theme/theme8.xml"/><Relationship Id="rId3"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8"/>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548355944"/>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 id="2147483854" r:id="rId18"/>
    <p:sldLayoutId id="2147483855" r:id="rId19"/>
    <p:sldLayoutId id="2147483856" r:id="rId20"/>
    <p:sldLayoutId id="2147483857" r:id="rId21"/>
    <p:sldLayoutId id="2147483858" r:id="rId22"/>
    <p:sldLayoutId id="2147483859" r:id="rId23"/>
    <p:sldLayoutId id="2147483860" r:id="rId24"/>
    <p:sldLayoutId id="2147483861" r:id="rId25"/>
    <p:sldLayoutId id="2147483862" r:id="rId26"/>
    <p:sldLayoutId id="2147483863" r:id="rId27"/>
    <p:sldLayoutId id="2147483864" r:id="rId28"/>
    <p:sldLayoutId id="2147483865" r:id="rId29"/>
    <p:sldLayoutId id="2147483866" r:id="rId30"/>
    <p:sldLayoutId id="2147483867" r:id="rId31"/>
    <p:sldLayoutId id="2147483868" r:id="rId32"/>
    <p:sldLayoutId id="2147483869" r:id="rId33"/>
    <p:sldLayoutId id="2147483870" r:id="rId34"/>
    <p:sldLayoutId id="2147483871" r:id="rId35"/>
    <p:sldLayoutId id="2147483872" r:id="rId36"/>
    <p:sldLayoutId id="2147483873" r:id="rId37"/>
    <p:sldLayoutId id="2147483874" r:id="rId38"/>
    <p:sldLayoutId id="2147483875" r:id="rId39"/>
    <p:sldLayoutId id="2147483876" r:id="rId40"/>
    <p:sldLayoutId id="2147483877" r:id="rId41"/>
    <p:sldLayoutId id="2147483878" r:id="rId42"/>
    <p:sldLayoutId id="2147483879" r:id="rId43"/>
    <p:sldLayoutId id="2147483880" r:id="rId44"/>
    <p:sldLayoutId id="2147483881" r:id="rId45"/>
    <p:sldLayoutId id="2147483882" r:id="rId46"/>
    <p:sldLayoutId id="2147483883" r:id="rId47"/>
    <p:sldLayoutId id="2147483884" r:id="rId48"/>
    <p:sldLayoutId id="2147483885" r:id="rId49"/>
    <p:sldLayoutId id="2147483886" r:id="rId50"/>
    <p:sldLayoutId id="2147483887" r:id="rId51"/>
    <p:sldLayoutId id="2147483888" r:id="rId52"/>
    <p:sldLayoutId id="2147483889" r:id="rId53"/>
    <p:sldLayoutId id="2147483890" r:id="rId54"/>
    <p:sldLayoutId id="2147483891" r:id="rId55"/>
    <p:sldLayoutId id="2147483892" r:id="rId56"/>
    <p:sldLayoutId id="2147483893" r:id="rId57"/>
    <p:sldLayoutId id="2147483894" r:id="rId58"/>
    <p:sldLayoutId id="2147483895" r:id="rId59"/>
    <p:sldLayoutId id="2147483896" r:id="rId60"/>
    <p:sldLayoutId id="2147483897" r:id="rId61"/>
    <p:sldLayoutId id="2147483898" r:id="rId62"/>
    <p:sldLayoutId id="2147483899" r:id="rId63"/>
    <p:sldLayoutId id="2147483900" r:id="rId64"/>
    <p:sldLayoutId id="2147483901" r:id="rId65"/>
    <p:sldLayoutId id="2147483902" r:id="rId66"/>
  </p:sldLayoutIdLst>
  <p:transition/>
  <p:hf hdr="0" dt="0"/>
  <p:txStyles>
    <p:titleStyle>
      <a:lvl1pPr algn="l" defTabSz="914400" rtl="0" eaLnBrk="1" latinLnBrk="0" hangingPunct="1">
        <a:lnSpc>
          <a:spcPct val="100000"/>
        </a:lnSpc>
        <a:spcBef>
          <a:spcPct val="0"/>
        </a:spcBef>
        <a:buNone/>
        <a:defRPr lang="en-US" sz="2200" b="1"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ct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35885590"/>
      </p:ext>
    </p:extLst>
  </p:cSld>
  <p:clrMap bg1="lt1" tx1="dk1" bg2="lt2" tx2="dk2" accent1="accent1" accent2="accent2" accent3="accent3" accent4="accent4" accent5="accent5" accent6="accent6" hlink="hlink" folHlink="folHlink"/>
  <p:sldLayoutIdLst>
    <p:sldLayoutId id="2147483905" r:id="rId1"/>
    <p:sldLayoutId id="2147483904" r:id="rId2"/>
  </p:sldLayoutIdLst>
  <p:hf hdr="0" dt="0"/>
  <p:txStyles>
    <p:titleStyle>
      <a:lvl1pPr algn="l" defTabSz="914400" rtl="0" eaLnBrk="1" latinLnBrk="0" hangingPunct="1">
        <a:lnSpc>
          <a:spcPct val="100000"/>
        </a:lnSpc>
        <a:spcBef>
          <a:spcPct val="0"/>
        </a:spcBef>
        <a:buNone/>
        <a:defRPr lang="en-US" sz="2200" b="1" i="0" kern="1200" dirty="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ts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702667857"/>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Lst>
  <p:transition/>
  <p:hf hdr="0" dt="0"/>
  <p:txStyles>
    <p:titleStyle>
      <a:lvl1pPr algn="l" defTabSz="914400" rtl="0" eaLnBrk="1" latinLnBrk="0" hangingPunct="1">
        <a:lnSpc>
          <a:spcPct val="100000"/>
        </a:lnSpc>
        <a:spcBef>
          <a:spcPct val="0"/>
        </a:spcBef>
        <a:buNone/>
        <a:defRPr lang="en-US" sz="2200" b="1"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ct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pic>
        <p:nvPicPr>
          <p:cNvPr id="5" name="Graphic 4">
            <a:extLst>
              <a:ext uri="{FF2B5EF4-FFF2-40B4-BE49-F238E27FC236}">
                <a16:creationId xmlns:a16="http://schemas.microsoft.com/office/drawing/2014/main" id="{D43AC31E-8FD7-3035-4BCD-38B2B8BBC16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6751" y="6233811"/>
            <a:ext cx="1068733" cy="368855"/>
          </a:xfrm>
          <a:prstGeom prst="rect">
            <a:avLst/>
          </a:prstGeom>
        </p:spPr>
      </p:pic>
    </p:spTree>
    <p:extLst>
      <p:ext uri="{BB962C8B-B14F-4D97-AF65-F5344CB8AC3E}">
        <p14:creationId xmlns:p14="http://schemas.microsoft.com/office/powerpoint/2010/main" val="2307030275"/>
      </p:ext>
    </p:extLst>
  </p:cSld>
  <p:clrMap bg1="lt1" tx1="dk1" bg2="lt2" tx2="dk2" accent1="accent1" accent2="accent2" accent3="accent3" accent4="accent4" accent5="accent5" accent6="accent6" hlink="hlink" folHlink="folHlink"/>
  <p:sldLayoutIdLst>
    <p:sldLayoutId id="2147483917" r:id="rId1"/>
    <p:sldLayoutId id="2147483913" r:id="rId2"/>
  </p:sldLayoutIdLst>
  <p:hf hdr="0" dt="0"/>
  <p:txStyles>
    <p:titleStyle>
      <a:lvl1pPr algn="l" defTabSz="914400" rtl="0" eaLnBrk="1" latinLnBrk="0" hangingPunct="1">
        <a:lnSpc>
          <a:spcPct val="100000"/>
        </a:lnSpc>
        <a:spcBef>
          <a:spcPct val="0"/>
        </a:spcBef>
        <a:buNone/>
        <a:defRPr lang="en-US" sz="2200" b="1" i="0" kern="1200" dirty="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ts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2459010450"/>
      </p:ext>
    </p:extLst>
  </p:cSld>
  <p:clrMap bg1="lt1" tx1="dk1" bg2="lt2" tx2="dk2" accent1="accent1" accent2="accent2" accent3="accent3" accent4="accent4" accent5="accent5" accent6="accent6" hlink="hlink" folHlink="folHlink"/>
  <p:sldLayoutIdLst>
    <p:sldLayoutId id="2147483920" r:id="rId1"/>
    <p:sldLayoutId id="2147483918" r:id="rId2"/>
    <p:sldLayoutId id="2147483915" r:id="rId3"/>
  </p:sldLayoutIdLst>
  <p:hf hdr="0" dt="0"/>
  <p:txStyles>
    <p:titleStyle>
      <a:lvl1pPr algn="l" defTabSz="914400" rtl="0" eaLnBrk="1" latinLnBrk="0" hangingPunct="1">
        <a:lnSpc>
          <a:spcPct val="100000"/>
        </a:lnSpc>
        <a:spcBef>
          <a:spcPct val="0"/>
        </a:spcBef>
        <a:buNone/>
        <a:defRPr lang="en-US" sz="2200" b="1" i="0" kern="1200" dirty="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ts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768886226"/>
      </p:ext>
    </p:extLst>
  </p:cSld>
  <p:clrMap bg1="lt1" tx1="dk1" bg2="lt2" tx2="dk2" accent1="accent1" accent2="accent2" accent3="accent3" accent4="accent4" accent5="accent5" accent6="accent6" hlink="hlink" folHlink="folHlink"/>
  <p:sldLayoutIdLst>
    <p:sldLayoutId id="2147483916" r:id="rId1"/>
  </p:sldLayoutIdLst>
  <p:transition/>
  <p:hf hdr="0" dt="0"/>
  <p:txStyles>
    <p:titleStyle>
      <a:lvl1pPr algn="l" defTabSz="914400" rtl="0" eaLnBrk="1" latinLnBrk="0" hangingPunct="1">
        <a:lnSpc>
          <a:spcPct val="100000"/>
        </a:lnSpc>
        <a:spcBef>
          <a:spcPct val="0"/>
        </a:spcBef>
        <a:buNone/>
        <a:defRPr lang="en-US" sz="2200" b="1"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ct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a:extLst>
              <a:ext uri="{28A0092B-C50C-407E-A947-70E740481C1C}">
                <a14:useLocalDpi xmlns:a14="http://schemas.microsoft.com/office/drawing/2010/main"/>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974967201"/>
      </p:ext>
    </p:extLst>
  </p:cSld>
  <p:clrMap bg1="lt1" tx1="dk1" bg2="lt2" tx2="dk2" accent1="accent1" accent2="accent2" accent3="accent3" accent4="accent4" accent5="accent5" accent6="accent6" hlink="hlink" folHlink="folHlink"/>
  <p:sldLayoutIdLst>
    <p:sldLayoutId id="2147483922" r:id="rId1"/>
  </p:sldLayoutIdLst>
  <p:transition/>
  <p:hf hdr="0" dt="0"/>
  <p:txStyles>
    <p:titleStyle>
      <a:lvl1pPr algn="l" defTabSz="914400" rtl="0" eaLnBrk="1" latinLnBrk="0" hangingPunct="1">
        <a:lnSpc>
          <a:spcPct val="100000"/>
        </a:lnSpc>
        <a:spcBef>
          <a:spcPct val="0"/>
        </a:spcBef>
        <a:buNone/>
        <a:defRPr lang="en-US" sz="2200" b="1"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ct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995587518"/>
      </p:ext>
    </p:extLst>
  </p:cSld>
  <p:clrMap bg1="lt1" tx1="dk1" bg2="lt2" tx2="dk2" accent1="accent1" accent2="accent2" accent3="accent3" accent4="accent4" accent5="accent5" accent6="accent6" hlink="hlink" folHlink="folHlink"/>
  <p:sldLayoutIdLst>
    <p:sldLayoutId id="2147483649" r:id="rId1"/>
  </p:sldLayoutIdLst>
  <p:transition/>
  <p:hf hdr="0" dt="0"/>
  <p:txStyles>
    <p:titleStyle>
      <a:lvl1pPr algn="l" defTabSz="914400" rtl="0" eaLnBrk="1" latinLnBrk="0" hangingPunct="1">
        <a:lnSpc>
          <a:spcPct val="100000"/>
        </a:lnSpc>
        <a:spcBef>
          <a:spcPct val="0"/>
        </a:spcBef>
        <a:buNone/>
        <a:defRPr lang="en-US" sz="2200" b="1"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ct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3.emf"/><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8.xml"/><Relationship Id="rId3" Type="http://schemas.openxmlformats.org/officeDocument/2006/relationships/hyperlink" Target="https://my.idc.com/getdoc.jsp?containerId=US52978525&amp;pageType=PRINTFRIENDLY" TargetMode="External"/><Relationship Id="rId4" Type="http://schemas.openxmlformats.org/officeDocument/2006/relationships/image" Target="../media/image191.png"/><Relationship Id="rId5" Type="http://schemas.openxmlformats.org/officeDocument/2006/relationships/image" Target="../media/image192.png"/><Relationship Id="rId6" Type="http://schemas.openxmlformats.org/officeDocument/2006/relationships/hyperlink" Target="https://www.forrester.com/report/the-ai-consulting-services-landscape-q3-2025/RES184980" TargetMode="External"/><Relationship Id="rId7" Type="http://schemas.openxmlformats.org/officeDocument/2006/relationships/hyperlink" Target="https://www.forrester.com/report/the-forrester-wave-tm-ai-technical-services-q4-2025/RES187841?ref_search=3388930_1763504237634" TargetMode="External"/><Relationship Id="rId8" Type="http://schemas.openxmlformats.org/officeDocument/2006/relationships/hyperlink" Target="https://www.forrester.com/report/the-ai-technical-services-landscape-q2-2025/RES183030?ref_search=3388930_174794354601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6.xml"/><Relationship Id="rId3" Type="http://schemas.openxmlformats.org/officeDocument/2006/relationships/image" Target="../media/image207.jpeg"/><Relationship Id="rId4" Type="http://schemas.openxmlformats.org/officeDocument/2006/relationships/image" Target="../media/image20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73F4E3E-B6FE-BF8B-5D6C-0984C7214940}"/>
              </a:ext>
            </a:extLst>
          </p:cNvPr>
          <p:cNvSpPr/>
          <p:nvPr/>
        </p:nvSpPr>
        <p:spPr>
          <a:xfrm>
            <a:off x="22723" y="0"/>
            <a:ext cx="12191980" cy="6858000"/>
          </a:xfrm>
          <a:prstGeom prst="rect">
            <a:avLst/>
          </a:prstGeom>
          <a:gradFill flip="none" rotWithShape="1">
            <a:gsLst>
              <a:gs pos="0">
                <a:schemeClr val="bg1">
                  <a:lumMod val="95000"/>
                  <a:alpha val="0"/>
                </a:schemeClr>
              </a:gs>
              <a:gs pos="24000">
                <a:schemeClr val="tx1">
                  <a:lumMod val="75000"/>
                  <a:alpha val="19000"/>
                </a:schemeClr>
              </a:gs>
              <a:gs pos="52000">
                <a:srgbClr val="030303">
                  <a:alpha val="65000"/>
                </a:srgbClr>
              </a:gs>
              <a:gs pos="84000">
                <a:schemeClr val="accent1">
                  <a:lumMod val="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39"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Calibri"/>
              <a:cs typeface="Arial"/>
            </a:endParaRPr>
          </a:p>
        </p:txBody>
      </p:sp>
      <p:sp>
        <p:nvSpPr>
          <p:cNvPr id="6" name="Text Placeholder 5">
            <a:extLst>
              <a:ext uri="{FF2B5EF4-FFF2-40B4-BE49-F238E27FC236}">
                <a16:creationId xmlns:a16="http://schemas.microsoft.com/office/drawing/2014/main" id="{E42C980E-D10F-06F0-FB93-BF05D1FEE892}"/>
              </a:ext>
            </a:extLst>
          </p:cNvPr>
          <p:cNvSpPr>
            <a:spLocks noGrp="1"/>
          </p:cNvSpPr>
          <p:nvPr>
            <p:ph type="body" sz="quarter" idx="12"/>
          </p:nvPr>
        </p:nvSpPr>
        <p:spPr>
          <a:xfrm>
            <a:off x="468775" y="5245390"/>
            <a:ext cx="6489700" cy="193002"/>
          </a:xfrm>
        </p:spPr>
        <p:txBody>
          <a:bodyPr/>
          <a:lstStyle/>
          <a:p>
            <a:r>
              <a:rPr lang="en-US" dirty="0"/>
              <a:t>OCTOBER 2026</a:t>
            </a:r>
          </a:p>
        </p:txBody>
      </p:sp>
      <p:sp>
        <p:nvSpPr>
          <p:cNvPr id="4" name="Title 3">
            <a:extLst>
              <a:ext uri="{FF2B5EF4-FFF2-40B4-BE49-F238E27FC236}">
                <a16:creationId xmlns:a16="http://schemas.microsoft.com/office/drawing/2014/main" id="{F25F6A1F-8AB1-0392-5BEC-90335B663147}"/>
              </a:ext>
            </a:extLst>
          </p:cNvPr>
          <p:cNvSpPr>
            <a:spLocks noGrp="1"/>
          </p:cNvSpPr>
          <p:nvPr>
            <p:ph type="title"/>
          </p:nvPr>
        </p:nvSpPr>
        <p:spPr>
          <a:xfrm>
            <a:off x="466165" y="1706141"/>
            <a:ext cx="6269915" cy="2277547"/>
          </a:xfrm>
        </p:spPr>
        <p:txBody>
          <a:bodyPr/>
          <a:lstStyle/>
          <a:p>
            <a:r>
              <a:rPr lang="en-US" sz="3600" b="1" dirty="0">
                <a:solidFill>
                  <a:srgbClr val="FFDDD5"/>
                </a:solidFill>
                <a:latin typeface="Calibri Light"/>
                <a:ea typeface="Calibri"/>
                <a:cs typeface="Calibri Light"/>
              </a:rPr>
              <a:t>AI Coaching RPG: Practise the Hard Conversations Before They Happen</a:t>
            </a:r>
            <a:endParaRPr lang="en-US" sz="5400" dirty="0"/>
          </a:p>
        </p:txBody>
      </p:sp>
      <p:pic>
        <p:nvPicPr>
          <p:cNvPr id="10" name="Picture 9">
            <a:extLst>
              <a:ext uri="{FF2B5EF4-FFF2-40B4-BE49-F238E27FC236}">
                <a16:creationId xmlns:a16="http://schemas.microsoft.com/office/drawing/2014/main" id="{ECC475B3-0ECE-EA60-3169-044C26D5FB2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
        <p:nvSpPr>
          <p:cNvPr id="3" name="Text Placeholder 2">
            <a:extLst>
              <a:ext uri="{FF2B5EF4-FFF2-40B4-BE49-F238E27FC236}">
                <a16:creationId xmlns:a16="http://schemas.microsoft.com/office/drawing/2014/main" id="{E9665A00-C65C-D6D5-AF07-87031A50EFCF}"/>
              </a:ext>
            </a:extLst>
          </p:cNvPr>
          <p:cNvSpPr>
            <a:spLocks noGrp="1"/>
          </p:cNvSpPr>
          <p:nvPr>
            <p:ph type="body" sz="quarter" idx="11"/>
          </p:nvPr>
        </p:nvSpPr>
        <p:spPr>
          <a:xfrm>
            <a:off x="453963" y="4836607"/>
            <a:ext cx="4139456" cy="246221"/>
          </a:xfrm>
        </p:spPr>
        <p:txBody>
          <a:bodyPr/>
          <a:lstStyle/>
          <a:p>
            <a:r>
              <a:rPr lang="en-US" sz="1600" i="1"/>
              <a:t>Executive Briefing  |  EPAM Internal</a:t>
            </a:r>
          </a:p>
        </p:txBody>
      </p:sp>
      <p:pic>
        <p:nvPicPr>
          <p:cNvPr id="7" name="Picture 2" descr="One Creation - Calm - First Derivative">
            <a:extLst>
              <a:ext uri="{FF2B5EF4-FFF2-40B4-BE49-F238E27FC236}">
                <a16:creationId xmlns:a16="http://schemas.microsoft.com/office/drawing/2014/main" id="{43C7B3E1-C8BF-8023-29D9-43ABF4FBAF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664" y="804587"/>
            <a:ext cx="2936969" cy="250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00673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1A788-786E-8BBD-E239-948906237B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9192D0-F988-3FD2-AE66-1D4F1DD0CAA7}"/>
              </a:ext>
            </a:extLst>
          </p:cNvPr>
          <p:cNvSpPr>
            <a:spLocks noGrp="1"/>
          </p:cNvSpPr>
          <p:nvPr>
            <p:ph type="title"/>
          </p:nvPr>
        </p:nvSpPr>
        <p:spPr>
          <a:xfrm>
            <a:off x="390525" y="266700"/>
            <a:ext cx="5530849" cy="457200"/>
          </a:xfrm>
        </p:spPr>
        <p:txBody>
          <a:bodyPr/>
          <a:lstStyle/>
          <a:p>
            <a:r>
              <a:rPr lang="en-US" dirty="0"/>
              <a:t>Executive Summary</a:t>
            </a:r>
          </a:p>
        </p:txBody>
      </p:sp>
      <p:sp>
        <p:nvSpPr>
          <p:cNvPr id="3" name="TextBox 2">
            <a:extLst>
              <a:ext uri="{FF2B5EF4-FFF2-40B4-BE49-F238E27FC236}">
                <a16:creationId xmlns:a16="http://schemas.microsoft.com/office/drawing/2014/main" id="{01D56A3A-2036-907D-BABE-66E9C277F531}"/>
              </a:ext>
            </a:extLst>
          </p:cNvPr>
          <p:cNvSpPr txBox="1"/>
          <p:nvPr/>
        </p:nvSpPr>
        <p:spPr>
          <a:xfrm>
            <a:off x="390524" y="1067940"/>
            <a:ext cx="5294672" cy="4847481"/>
          </a:xfrm>
          <a:prstGeom prst="rect">
            <a:avLst/>
          </a:prstGeom>
          <a:noFill/>
        </p:spPr>
        <p:txBody>
          <a:bodyPr wrap="square">
            <a:spAutoFit/>
          </a:bodyPr>
          <a:lstStyle/>
          <a:p>
            <a:pPr>
              <a:spcAft>
                <a:spcPts val="600"/>
              </a:spcAft>
            </a:pPr>
            <a:r>
              <a:rPr lang="en-US" sz="1200" b="1" i="1" dirty="0"/>
              <a:t>The Problem</a:t>
            </a:r>
          </a:p>
          <a:p>
            <a:pPr>
              <a:spcAft>
                <a:spcPts val="600"/>
              </a:spcAft>
            </a:pPr>
            <a:r>
              <a:rPr lang="en-US" sz="1200" dirty="0"/>
              <a:t>Live role-play is the best way to build judgement under pressure, but it needs a skilled facilitator, people to play counterparts and a note-taker. Feedback is subjective, inconsistent and rarely tied to the program's objectives.</a:t>
            </a:r>
          </a:p>
          <a:p>
            <a:pPr>
              <a:spcAft>
                <a:spcPts val="600"/>
              </a:spcAft>
            </a:pPr>
            <a:r>
              <a:rPr lang="en-US" sz="1200" b="1" i="1" dirty="0"/>
              <a:t>The Idea</a:t>
            </a:r>
          </a:p>
          <a:p>
            <a:pPr>
              <a:spcAft>
                <a:spcPts val="600"/>
              </a:spcAft>
            </a:pPr>
            <a:r>
              <a:rPr lang="en-US" sz="1200" dirty="0"/>
              <a:t>A multiplayer simulator that runs a written training scenario. The team plays its own roles; AI plays the client, regulator or stressed colleague. Every word is transcribed and scored against rubrics, with quoted evidence.</a:t>
            </a:r>
          </a:p>
          <a:p>
            <a:pPr>
              <a:spcAft>
                <a:spcPts val="600"/>
              </a:spcAft>
            </a:pPr>
            <a:r>
              <a:rPr lang="en-US" sz="1200" b="1" i="1" dirty="0"/>
              <a:t>Why Now</a:t>
            </a:r>
          </a:p>
          <a:p>
            <a:pPr marL="171450" lvl="0" indent="-171450">
              <a:spcAft>
                <a:spcPts val="600"/>
              </a:spcAft>
              <a:buFont typeface="Arial" panose="020B0604020202020204" pitchFamily="34" charset="0"/>
              <a:buChar char="•"/>
            </a:pPr>
            <a:r>
              <a:rPr lang="en-US" sz="1200" b="1" dirty="0"/>
              <a:t xml:space="preserve">Delivery need: </a:t>
            </a:r>
            <a:r>
              <a:rPr lang="en-US" sz="1200" dirty="0"/>
              <a:t>FS delivery teams face escalations, scope negotiations and incident calls that are hard to rehearse.</a:t>
            </a:r>
          </a:p>
          <a:p>
            <a:pPr marL="171450" lvl="0" indent="-171450">
              <a:spcAft>
                <a:spcPts val="600"/>
              </a:spcAft>
              <a:buFont typeface="Arial" panose="020B0604020202020204" pitchFamily="34" charset="0"/>
              <a:buChar char="•"/>
            </a:pPr>
            <a:r>
              <a:rPr lang="en-US" sz="1200" b="1" dirty="0"/>
              <a:t xml:space="preserve">AI maturity: </a:t>
            </a:r>
            <a:r>
              <a:rPr lang="en-US" sz="1200" dirty="0"/>
              <a:t>streaming speech and language models now hold a believable conversation in about a second.</a:t>
            </a:r>
          </a:p>
          <a:p>
            <a:pPr marL="171450" lvl="0" indent="-171450">
              <a:spcAft>
                <a:spcPts val="600"/>
              </a:spcAft>
              <a:buFont typeface="Arial" panose="020B0604020202020204" pitchFamily="34" charset="0"/>
              <a:buChar char="•"/>
            </a:pPr>
            <a:r>
              <a:rPr lang="en-US" sz="1200" b="1" dirty="0"/>
              <a:t xml:space="preserve">Low entry cost: </a:t>
            </a:r>
            <a:r>
              <a:rPr lang="en-US" sz="1200" dirty="0"/>
              <a:t>the MVP runs on a single laptop, so a pilot needs no infrastructure spend.</a:t>
            </a:r>
          </a:p>
          <a:p>
            <a:pPr marL="171450" lvl="0" indent="-171450">
              <a:spcAft>
                <a:spcPts val="600"/>
              </a:spcAft>
              <a:buFont typeface="Arial" panose="020B0604020202020204" pitchFamily="34" charset="0"/>
              <a:buChar char="•"/>
            </a:pPr>
            <a:r>
              <a:rPr lang="en-US" sz="1200" b="1" dirty="0"/>
              <a:t xml:space="preserve">Ready to build: </a:t>
            </a:r>
            <a:r>
              <a:rPr lang="en-US" sz="1200" dirty="0"/>
              <a:t>the product specification, architecture and first build plan are complete.</a:t>
            </a:r>
          </a:p>
        </p:txBody>
      </p:sp>
      <p:sp>
        <p:nvSpPr>
          <p:cNvPr id="4" name="TextBox 3">
            <a:extLst>
              <a:ext uri="{FF2B5EF4-FFF2-40B4-BE49-F238E27FC236}">
                <a16:creationId xmlns:a16="http://schemas.microsoft.com/office/drawing/2014/main" id="{67AA8F3E-596F-7680-83B7-D56F915C5082}"/>
              </a:ext>
            </a:extLst>
          </p:cNvPr>
          <p:cNvSpPr txBox="1"/>
          <p:nvPr/>
        </p:nvSpPr>
        <p:spPr>
          <a:xfrm>
            <a:off x="390524" y="723900"/>
            <a:ext cx="5266692" cy="338554"/>
          </a:xfrm>
          <a:prstGeom prst="rect">
            <a:avLst/>
          </a:prstGeom>
          <a:noFill/>
        </p:spPr>
        <p:txBody>
          <a:bodyPr wrap="square">
            <a:spAutoFit/>
          </a:bodyPr>
          <a:lstStyle/>
          <a:p>
            <a:r>
              <a:rPr lang="en-US" sz="1600" b="1" dirty="0">
                <a:solidFill>
                  <a:schemeClr val="accent2"/>
                </a:solidFill>
              </a:rPr>
              <a:t>Practice Is How Teams Build Judgement</a:t>
            </a:r>
          </a:p>
        </p:txBody>
      </p:sp>
      <p:sp>
        <p:nvSpPr>
          <p:cNvPr id="9" name="TextBox 8">
            <a:extLst>
              <a:ext uri="{FF2B5EF4-FFF2-40B4-BE49-F238E27FC236}">
                <a16:creationId xmlns:a16="http://schemas.microsoft.com/office/drawing/2014/main" id="{145BA601-59F9-7C17-1EE7-FBB40598D724}"/>
              </a:ext>
            </a:extLst>
          </p:cNvPr>
          <p:cNvSpPr txBox="1"/>
          <p:nvPr/>
        </p:nvSpPr>
        <p:spPr>
          <a:xfrm>
            <a:off x="6671586" y="1565967"/>
            <a:ext cx="4891764" cy="672408"/>
          </a:xfrm>
          <a:prstGeom prst="roundRect">
            <a:avLst/>
          </a:prstGeom>
          <a:solidFill>
            <a:schemeClr val="accent2">
              <a:lumMod val="20000"/>
              <a:lumOff val="80000"/>
            </a:schemeClr>
          </a:solidFill>
          <a:ln>
            <a:gradFill>
              <a:gsLst>
                <a:gs pos="0">
                  <a:schemeClr val="accent2">
                    <a:lumMod val="75000"/>
                  </a:schemeClr>
                </a:gs>
                <a:gs pos="100000">
                  <a:schemeClr val="accent4">
                    <a:lumMod val="75000"/>
                  </a:schemeClr>
                </a:gs>
              </a:gsLst>
              <a:lin ang="5400000" scaled="1"/>
            </a:gradFill>
          </a:ln>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dirty="0">
                <a:ln>
                  <a:noFill/>
                </a:ln>
                <a:solidFill>
                  <a:schemeClr val="accent2">
                    <a:lumMod val="50000"/>
                  </a:schemeClr>
                </a:solidFill>
                <a:effectLst/>
                <a:uLnTx/>
                <a:uFillTx/>
                <a:ea typeface="+mn-ea"/>
                <a:cs typeface="+mn-cs"/>
              </a:rPr>
              <a:t>Script-first scenarios</a:t>
            </a:r>
            <a:br>
              <a:rPr kumimoji="0" lang="en-US" sz="1600" b="1" i="0" u="none" strike="noStrike" kern="1200" cap="none" spc="0" normalizeH="0" baseline="0" noProof="0" dirty="0">
                <a:ln>
                  <a:noFill/>
                </a:ln>
                <a:solidFill>
                  <a:schemeClr val="accent2">
                    <a:lumMod val="50000"/>
                  </a:schemeClr>
                </a:solidFill>
                <a:effectLst/>
                <a:uLnTx/>
                <a:uFillTx/>
                <a:ea typeface="+mn-ea"/>
                <a:cs typeface="+mn-cs"/>
              </a:rPr>
            </a:br>
            <a:r>
              <a:rPr kumimoji="0" lang="en-US" sz="1400" i="0" u="none" strike="noStrike" kern="1200" cap="none" spc="0" normalizeH="0" baseline="0" noProof="0" dirty="0">
                <a:ln>
                  <a:noFill/>
                </a:ln>
                <a:solidFill>
                  <a:srgbClr val="000000"/>
                </a:solidFill>
                <a:effectLst/>
                <a:uLnTx/>
                <a:uFillTx/>
                <a:ea typeface="+mn-ea"/>
                <a:cs typeface="+mn-cs"/>
              </a:rPr>
              <a:t>L&amp;D writes and edits scenarios without engineers</a:t>
            </a:r>
            <a:endParaRPr kumimoji="0" lang="en-US" sz="800" i="0" u="none" strike="noStrike" kern="1200" cap="none" spc="0" normalizeH="0" baseline="0" noProof="0" dirty="0">
              <a:ln>
                <a:noFill/>
              </a:ln>
              <a:solidFill>
                <a:srgbClr val="000000"/>
              </a:solidFill>
              <a:effectLst/>
              <a:uLnTx/>
              <a:uFillTx/>
              <a:ea typeface="+mn-ea"/>
              <a:cs typeface="Arial"/>
            </a:endParaRPr>
          </a:p>
        </p:txBody>
      </p:sp>
      <p:sp>
        <p:nvSpPr>
          <p:cNvPr id="10" name="TextBox 9">
            <a:extLst>
              <a:ext uri="{FF2B5EF4-FFF2-40B4-BE49-F238E27FC236}">
                <a16:creationId xmlns:a16="http://schemas.microsoft.com/office/drawing/2014/main" id="{AC3E221A-AC65-14A0-AEE6-B145479011B0}"/>
              </a:ext>
            </a:extLst>
          </p:cNvPr>
          <p:cNvSpPr txBox="1"/>
          <p:nvPr/>
        </p:nvSpPr>
        <p:spPr>
          <a:xfrm>
            <a:off x="6484122" y="723900"/>
            <a:ext cx="5266692" cy="338554"/>
          </a:xfrm>
          <a:prstGeom prst="rect">
            <a:avLst/>
          </a:prstGeom>
          <a:noFill/>
        </p:spPr>
        <p:txBody>
          <a:bodyPr wrap="square">
            <a:spAutoFit/>
          </a:bodyPr>
          <a:lstStyle/>
          <a:p>
            <a:r>
              <a:rPr lang="en-US" sz="1600" b="1" dirty="0">
                <a:solidFill>
                  <a:schemeClr val="accent2"/>
                </a:solidFill>
              </a:rPr>
              <a:t>What We Propose</a:t>
            </a:r>
          </a:p>
        </p:txBody>
      </p:sp>
      <p:sp>
        <p:nvSpPr>
          <p:cNvPr id="11" name="TextBox 10">
            <a:extLst>
              <a:ext uri="{FF2B5EF4-FFF2-40B4-BE49-F238E27FC236}">
                <a16:creationId xmlns:a16="http://schemas.microsoft.com/office/drawing/2014/main" id="{8044661D-7223-9888-67D8-F1FB8B9EB11D}"/>
              </a:ext>
            </a:extLst>
          </p:cNvPr>
          <p:cNvSpPr txBox="1"/>
          <p:nvPr/>
        </p:nvSpPr>
        <p:spPr>
          <a:xfrm>
            <a:off x="6671586" y="2345705"/>
            <a:ext cx="4891764" cy="672408"/>
          </a:xfrm>
          <a:prstGeom prst="roundRect">
            <a:avLst/>
          </a:prstGeom>
          <a:solidFill>
            <a:schemeClr val="accent2">
              <a:lumMod val="20000"/>
              <a:lumOff val="80000"/>
            </a:schemeClr>
          </a:solidFill>
          <a:ln>
            <a:gradFill>
              <a:gsLst>
                <a:gs pos="0">
                  <a:schemeClr val="accent2">
                    <a:lumMod val="75000"/>
                  </a:schemeClr>
                </a:gs>
                <a:gs pos="100000">
                  <a:schemeClr val="accent4">
                    <a:lumMod val="75000"/>
                  </a:schemeClr>
                </a:gs>
              </a:gsLst>
              <a:lin ang="5400000" scaled="1"/>
            </a:gradFill>
          </a:ln>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dirty="0">
                <a:ln>
                  <a:noFill/>
                </a:ln>
                <a:solidFill>
                  <a:schemeClr val="accent2">
                    <a:lumMod val="50000"/>
                  </a:schemeClr>
                </a:solidFill>
                <a:effectLst/>
                <a:uLnTx/>
                <a:uFillTx/>
                <a:ea typeface="+mn-ea"/>
                <a:cs typeface="+mn-cs"/>
              </a:rPr>
              <a:t>AI counterparts and a Game Master</a:t>
            </a:r>
            <a:br>
              <a:rPr kumimoji="0" lang="en-US" sz="1600" b="1" i="0" u="none" strike="noStrike" kern="1200" cap="none" spc="0" normalizeH="0" baseline="0" noProof="0" dirty="0">
                <a:ln>
                  <a:noFill/>
                </a:ln>
                <a:solidFill>
                  <a:schemeClr val="accent2">
                    <a:lumMod val="50000"/>
                  </a:schemeClr>
                </a:solidFill>
                <a:effectLst/>
                <a:uLnTx/>
                <a:uFillTx/>
                <a:ea typeface="+mn-ea"/>
                <a:cs typeface="+mn-cs"/>
              </a:rPr>
            </a:br>
            <a:r>
              <a:rPr kumimoji="0" lang="en-US" sz="1400" i="0" u="none" strike="noStrike" kern="1200" cap="none" spc="0" normalizeH="0" baseline="0" noProof="0" dirty="0">
                <a:ln>
                  <a:noFill/>
                </a:ln>
                <a:solidFill>
                  <a:srgbClr val="000000"/>
                </a:solidFill>
                <a:effectLst/>
                <a:uLnTx/>
                <a:uFillTx/>
                <a:ea typeface="+mn-ea"/>
                <a:cs typeface="+mn-cs"/>
              </a:rPr>
              <a:t>In-character NPCs; the script drives every scene</a:t>
            </a:r>
            <a:endParaRPr kumimoji="0" lang="en-US" sz="800" i="0" u="none" strike="noStrike" kern="1200" cap="none" spc="0" normalizeH="0" baseline="0" noProof="0" dirty="0">
              <a:ln>
                <a:noFill/>
              </a:ln>
              <a:solidFill>
                <a:srgbClr val="000000"/>
              </a:solidFill>
              <a:effectLst/>
              <a:uLnTx/>
              <a:uFillTx/>
              <a:ea typeface="+mn-ea"/>
              <a:cs typeface="Arial"/>
            </a:endParaRPr>
          </a:p>
        </p:txBody>
      </p:sp>
      <p:sp>
        <p:nvSpPr>
          <p:cNvPr id="12" name="TextBox 11">
            <a:extLst>
              <a:ext uri="{FF2B5EF4-FFF2-40B4-BE49-F238E27FC236}">
                <a16:creationId xmlns:a16="http://schemas.microsoft.com/office/drawing/2014/main" id="{B58FBBBB-33AD-CFDE-9B88-18088CF06576}"/>
              </a:ext>
            </a:extLst>
          </p:cNvPr>
          <p:cNvSpPr txBox="1"/>
          <p:nvPr/>
        </p:nvSpPr>
        <p:spPr>
          <a:xfrm>
            <a:off x="6671586" y="3125443"/>
            <a:ext cx="4891764" cy="672408"/>
          </a:xfrm>
          <a:prstGeom prst="roundRect">
            <a:avLst/>
          </a:prstGeom>
          <a:solidFill>
            <a:schemeClr val="accent2">
              <a:lumMod val="20000"/>
              <a:lumOff val="80000"/>
            </a:schemeClr>
          </a:solidFill>
          <a:ln>
            <a:gradFill>
              <a:gsLst>
                <a:gs pos="0">
                  <a:schemeClr val="accent2">
                    <a:lumMod val="75000"/>
                  </a:schemeClr>
                </a:gs>
                <a:gs pos="100000">
                  <a:schemeClr val="accent4">
                    <a:lumMod val="75000"/>
                  </a:schemeClr>
                </a:gs>
              </a:gsLst>
              <a:lin ang="5400000" scaled="1"/>
            </a:gradFill>
          </a:ln>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dirty="0">
                <a:ln>
                  <a:noFill/>
                </a:ln>
                <a:solidFill>
                  <a:schemeClr val="accent2">
                    <a:lumMod val="50000"/>
                  </a:schemeClr>
                </a:solidFill>
                <a:effectLst/>
                <a:uLnTx/>
                <a:uFillTx/>
                <a:ea typeface="+mn-ea"/>
                <a:cs typeface="+mn-cs"/>
              </a:rPr>
              <a:t>Voice in a shared 3D scene</a:t>
            </a:r>
            <a:br>
              <a:rPr kumimoji="0" lang="en-US" sz="1600" b="1" i="0" u="none" strike="noStrike" kern="1200" cap="none" spc="0" normalizeH="0" baseline="0" noProof="0" dirty="0">
                <a:ln>
                  <a:noFill/>
                </a:ln>
                <a:solidFill>
                  <a:schemeClr val="accent2">
                    <a:lumMod val="50000"/>
                  </a:schemeClr>
                </a:solidFill>
                <a:effectLst/>
                <a:uLnTx/>
                <a:uFillTx/>
                <a:ea typeface="+mn-ea"/>
                <a:cs typeface="+mn-cs"/>
              </a:rPr>
            </a:br>
            <a:r>
              <a:rPr kumimoji="0" lang="en-US" sz="1400" i="0" u="none" strike="noStrike" kern="1200" cap="none" spc="0" normalizeH="0" baseline="0" noProof="0" dirty="0">
                <a:ln>
                  <a:noFill/>
                </a:ln>
                <a:solidFill>
                  <a:srgbClr val="000000"/>
                </a:solidFill>
                <a:effectLst/>
                <a:uLnTx/>
                <a:uFillTx/>
                <a:ea typeface="+mn-ea"/>
                <a:cs typeface="+mn-cs"/>
              </a:rPr>
              <a:t>Participants talk naturally, from a laptop browser</a:t>
            </a:r>
            <a:endParaRPr kumimoji="0" lang="en-US" sz="800" i="0" u="none" strike="noStrike" kern="1200" cap="none" spc="0" normalizeH="0" baseline="0" noProof="0" dirty="0">
              <a:ln>
                <a:noFill/>
              </a:ln>
              <a:solidFill>
                <a:srgbClr val="000000"/>
              </a:solidFill>
              <a:effectLst/>
              <a:uLnTx/>
              <a:uFillTx/>
              <a:ea typeface="+mn-ea"/>
              <a:cs typeface="Arial"/>
            </a:endParaRPr>
          </a:p>
        </p:txBody>
      </p:sp>
      <p:sp>
        <p:nvSpPr>
          <p:cNvPr id="14" name="TextBox 13">
            <a:extLst>
              <a:ext uri="{FF2B5EF4-FFF2-40B4-BE49-F238E27FC236}">
                <a16:creationId xmlns:a16="http://schemas.microsoft.com/office/drawing/2014/main" id="{A35DEE36-2535-ED25-4C60-722B520CA314}"/>
              </a:ext>
            </a:extLst>
          </p:cNvPr>
          <p:cNvSpPr txBox="1"/>
          <p:nvPr/>
        </p:nvSpPr>
        <p:spPr>
          <a:xfrm>
            <a:off x="6671586" y="3905181"/>
            <a:ext cx="4891764" cy="672408"/>
          </a:xfrm>
          <a:prstGeom prst="roundRect">
            <a:avLst/>
          </a:prstGeom>
          <a:solidFill>
            <a:schemeClr val="accent2">
              <a:lumMod val="20000"/>
              <a:lumOff val="80000"/>
            </a:schemeClr>
          </a:solidFill>
          <a:ln>
            <a:gradFill>
              <a:gsLst>
                <a:gs pos="0">
                  <a:schemeClr val="accent2">
                    <a:lumMod val="75000"/>
                  </a:schemeClr>
                </a:gs>
                <a:gs pos="100000">
                  <a:schemeClr val="accent4">
                    <a:lumMod val="75000"/>
                  </a:schemeClr>
                </a:gs>
              </a:gsLst>
              <a:lin ang="5400000" scaled="1"/>
            </a:gradFill>
          </a:ln>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dirty="0">
                <a:ln>
                  <a:noFill/>
                </a:ln>
                <a:solidFill>
                  <a:schemeClr val="accent2">
                    <a:lumMod val="50000"/>
                  </a:schemeClr>
                </a:solidFill>
                <a:effectLst/>
                <a:uLnTx/>
                <a:uFillTx/>
                <a:ea typeface="+mn-ea"/>
                <a:cs typeface="+mn-cs"/>
              </a:rPr>
              <a:t>Evidence-backed scoring</a:t>
            </a:r>
            <a:br>
              <a:rPr kumimoji="0" lang="en-US" sz="1600" b="1" i="0" u="none" strike="noStrike" kern="1200" cap="none" spc="0" normalizeH="0" baseline="0" noProof="0" dirty="0">
                <a:ln>
                  <a:noFill/>
                </a:ln>
                <a:solidFill>
                  <a:schemeClr val="accent2">
                    <a:lumMod val="50000"/>
                  </a:schemeClr>
                </a:solidFill>
                <a:effectLst/>
                <a:uLnTx/>
                <a:uFillTx/>
                <a:ea typeface="+mn-ea"/>
                <a:cs typeface="+mn-cs"/>
              </a:rPr>
            </a:br>
            <a:r>
              <a:rPr kumimoji="0" lang="en-US" sz="1400" i="0" u="none" strike="noStrike" kern="1200" cap="none" spc="0" normalizeH="0" baseline="0" noProof="0" dirty="0">
                <a:ln>
                  <a:noFill/>
                </a:ln>
                <a:solidFill>
                  <a:srgbClr val="000000"/>
                </a:solidFill>
                <a:effectLst/>
                <a:uLnTx/>
                <a:uFillTx/>
                <a:ea typeface="+mn-ea"/>
                <a:cs typeface="+mn-cs"/>
              </a:rPr>
              <a:t>Every score quotes what was said; a person moderates</a:t>
            </a:r>
            <a:endParaRPr kumimoji="0" lang="en-US" sz="800" i="0" u="none" strike="noStrike" kern="1200" cap="none" spc="0" normalizeH="0" baseline="0" noProof="0" dirty="0">
              <a:ln>
                <a:noFill/>
              </a:ln>
              <a:solidFill>
                <a:srgbClr val="000000"/>
              </a:solidFill>
              <a:effectLst/>
              <a:uLnTx/>
              <a:uFillTx/>
              <a:ea typeface="+mn-ea"/>
              <a:cs typeface="Arial"/>
            </a:endParaRPr>
          </a:p>
        </p:txBody>
      </p:sp>
      <p:sp>
        <p:nvSpPr>
          <p:cNvPr id="15" name="TextBox 14">
            <a:extLst>
              <a:ext uri="{FF2B5EF4-FFF2-40B4-BE49-F238E27FC236}">
                <a16:creationId xmlns:a16="http://schemas.microsoft.com/office/drawing/2014/main" id="{B1CED8B1-237E-1316-43DB-D6F39CB996AC}"/>
              </a:ext>
            </a:extLst>
          </p:cNvPr>
          <p:cNvSpPr txBox="1"/>
          <p:nvPr/>
        </p:nvSpPr>
        <p:spPr>
          <a:xfrm>
            <a:off x="6671586" y="4684919"/>
            <a:ext cx="4891764" cy="672408"/>
          </a:xfrm>
          <a:prstGeom prst="roundRect">
            <a:avLst/>
          </a:prstGeom>
          <a:solidFill>
            <a:schemeClr val="accent4">
              <a:lumMod val="20000"/>
              <a:lumOff val="80000"/>
            </a:schemeClr>
          </a:solidFill>
          <a:ln>
            <a:gradFill>
              <a:gsLst>
                <a:gs pos="0">
                  <a:schemeClr val="accent2">
                    <a:lumMod val="75000"/>
                  </a:schemeClr>
                </a:gs>
                <a:gs pos="100000">
                  <a:schemeClr val="accent4">
                    <a:lumMod val="75000"/>
                  </a:schemeClr>
                </a:gs>
              </a:gsLst>
              <a:lin ang="5400000" scaled="1"/>
            </a:gradFill>
          </a:ln>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dirty="0">
                <a:ln>
                  <a:noFill/>
                </a:ln>
                <a:solidFill>
                  <a:schemeClr val="accent4">
                    <a:lumMod val="75000"/>
                  </a:schemeClr>
                </a:solidFill>
                <a:effectLst/>
                <a:uLnTx/>
                <a:uFillTx/>
                <a:ea typeface="+mn-ea"/>
                <a:cs typeface="+mn-cs"/>
              </a:rPr>
              <a:t>Runs on a laptop first</a:t>
            </a:r>
            <a:br>
              <a:rPr kumimoji="0" lang="en-US" sz="1600" b="1" i="0" u="none" strike="noStrike" kern="1200" cap="none" spc="0" normalizeH="0" baseline="0" noProof="0" dirty="0">
                <a:ln>
                  <a:noFill/>
                </a:ln>
                <a:solidFill>
                  <a:schemeClr val="accent2">
                    <a:lumMod val="50000"/>
                  </a:schemeClr>
                </a:solidFill>
                <a:effectLst/>
                <a:uLnTx/>
                <a:uFillTx/>
                <a:ea typeface="+mn-ea"/>
                <a:cs typeface="+mn-cs"/>
              </a:rPr>
            </a:br>
            <a:r>
              <a:rPr kumimoji="0" lang="en-US" sz="1200" i="0" u="none" strike="noStrike" kern="1200" cap="none" spc="0" normalizeH="0" baseline="0" noProof="0" dirty="0">
                <a:ln>
                  <a:noFill/>
                </a:ln>
                <a:solidFill>
                  <a:srgbClr val="000000"/>
                </a:solidFill>
                <a:effectLst/>
                <a:uLnTx/>
                <a:uFillTx/>
                <a:ea typeface="+mn-ea"/>
                <a:cs typeface="+mn-cs"/>
              </a:rPr>
              <a:t>One command for the MVP, then any cloud</a:t>
            </a:r>
            <a:endParaRPr kumimoji="0" lang="en-US" sz="800" i="0" u="none" strike="noStrike" kern="1200" cap="none" spc="0" normalizeH="0" baseline="0" noProof="0" dirty="0">
              <a:ln>
                <a:noFill/>
              </a:ln>
              <a:solidFill>
                <a:srgbClr val="000000"/>
              </a:solidFill>
              <a:effectLst/>
              <a:uLnTx/>
              <a:uFillTx/>
              <a:ea typeface="+mn-ea"/>
              <a:cs typeface="Arial"/>
            </a:endParaRPr>
          </a:p>
        </p:txBody>
      </p:sp>
      <p:sp>
        <p:nvSpPr>
          <p:cNvPr id="16" name="TextBox 15">
            <a:extLst>
              <a:ext uri="{FF2B5EF4-FFF2-40B4-BE49-F238E27FC236}">
                <a16:creationId xmlns:a16="http://schemas.microsoft.com/office/drawing/2014/main" id="{F3FDD49B-EEF9-4869-DC44-2EBD5D99DFF2}"/>
              </a:ext>
            </a:extLst>
          </p:cNvPr>
          <p:cNvSpPr txBox="1"/>
          <p:nvPr/>
        </p:nvSpPr>
        <p:spPr>
          <a:xfrm>
            <a:off x="6671586" y="5464657"/>
            <a:ext cx="4891764" cy="672408"/>
          </a:xfrm>
          <a:prstGeom prst="roundRect">
            <a:avLst/>
          </a:prstGeom>
          <a:solidFill>
            <a:schemeClr val="accent4">
              <a:lumMod val="20000"/>
              <a:lumOff val="80000"/>
            </a:schemeClr>
          </a:solidFill>
          <a:ln>
            <a:gradFill>
              <a:gsLst>
                <a:gs pos="0">
                  <a:schemeClr val="accent2">
                    <a:lumMod val="75000"/>
                  </a:schemeClr>
                </a:gs>
                <a:gs pos="100000">
                  <a:schemeClr val="accent4">
                    <a:lumMod val="75000"/>
                  </a:schemeClr>
                </a:gs>
              </a:gsLst>
              <a:lin ang="5400000" scaled="1"/>
            </a:gradFill>
          </a:ln>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dirty="0">
                <a:ln>
                  <a:noFill/>
                </a:ln>
                <a:solidFill>
                  <a:schemeClr val="accent4">
                    <a:lumMod val="75000"/>
                  </a:schemeClr>
                </a:solidFill>
                <a:effectLst/>
                <a:uLnTx/>
                <a:uFillTx/>
                <a:ea typeface="+mn-ea"/>
                <a:cs typeface="+mn-cs"/>
              </a:rPr>
              <a:t>Gated roadmap</a:t>
            </a:r>
            <a:br>
              <a:rPr kumimoji="0" lang="en-US" sz="1600" b="1" i="0" u="none" strike="noStrike" kern="1200" cap="none" spc="0" normalizeH="0" baseline="0" noProof="0" dirty="0">
                <a:ln>
                  <a:noFill/>
                </a:ln>
                <a:solidFill>
                  <a:schemeClr val="accent2">
                    <a:lumMod val="50000"/>
                  </a:schemeClr>
                </a:solidFill>
                <a:effectLst/>
                <a:uLnTx/>
                <a:uFillTx/>
                <a:ea typeface="+mn-ea"/>
                <a:cs typeface="+mn-cs"/>
              </a:rPr>
            </a:br>
            <a:r>
              <a:rPr kumimoji="0" lang="en-US" sz="1200" i="0" u="none" strike="noStrike" kern="1200" cap="none" spc="0" normalizeH="0" baseline="0" noProof="0" dirty="0">
                <a:ln>
                  <a:noFill/>
                </a:ln>
                <a:solidFill>
                  <a:srgbClr val="000000"/>
                </a:solidFill>
                <a:effectLst/>
                <a:uLnTx/>
                <a:uFillTx/>
                <a:ea typeface="+mn-ea"/>
                <a:cs typeface="+mn-cs"/>
              </a:rPr>
              <a:t>MVP, v1 and v2, each gated on measured results</a:t>
            </a:r>
            <a:endParaRPr kumimoji="0" lang="en-US" sz="800" i="0" u="none" strike="noStrike" kern="1200" cap="none" spc="0" normalizeH="0" baseline="0" noProof="0" dirty="0">
              <a:ln>
                <a:noFill/>
              </a:ln>
              <a:solidFill>
                <a:srgbClr val="000000"/>
              </a:solidFill>
              <a:effectLst/>
              <a:uLnTx/>
              <a:uFillTx/>
              <a:ea typeface="+mn-ea"/>
              <a:cs typeface="Arial"/>
            </a:endParaRPr>
          </a:p>
        </p:txBody>
      </p:sp>
      <p:sp>
        <p:nvSpPr>
          <p:cNvPr id="17" name="TextBox 16">
            <a:extLst>
              <a:ext uri="{FF2B5EF4-FFF2-40B4-BE49-F238E27FC236}">
                <a16:creationId xmlns:a16="http://schemas.microsoft.com/office/drawing/2014/main" id="{8F333C32-62C3-DE51-DEFC-6BA670E2AC94}"/>
              </a:ext>
            </a:extLst>
          </p:cNvPr>
          <p:cNvSpPr txBox="1"/>
          <p:nvPr/>
        </p:nvSpPr>
        <p:spPr>
          <a:xfrm>
            <a:off x="6484122" y="1025783"/>
            <a:ext cx="5390906" cy="461665"/>
          </a:xfrm>
          <a:prstGeom prst="rect">
            <a:avLst/>
          </a:prstGeom>
          <a:noFill/>
        </p:spPr>
        <p:txBody>
          <a:bodyPr wrap="square">
            <a:spAutoFit/>
          </a:bodyPr>
          <a:lstStyle/>
          <a:p>
            <a:pPr>
              <a:spcAft>
                <a:spcPts val="600"/>
              </a:spcAft>
            </a:pPr>
            <a:r>
              <a:rPr lang="en-US" sz="1200" dirty="0"/>
              <a:t>A 13-week, gated path to a running pilot: three weeks of discovery, then a ten-week MVP built from these parts.</a:t>
            </a:r>
          </a:p>
        </p:txBody>
      </p:sp>
    </p:spTree>
    <p:extLst>
      <p:ext uri="{BB962C8B-B14F-4D97-AF65-F5344CB8AC3E}">
        <p14:creationId xmlns:p14="http://schemas.microsoft.com/office/powerpoint/2010/main" val="30748425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52CD8-73B1-98C6-CDF7-E987EC2A8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0A8A0-D118-34DB-19BE-A206251DCAE4}"/>
              </a:ext>
            </a:extLst>
          </p:cNvPr>
          <p:cNvSpPr>
            <a:spLocks noGrp="1"/>
          </p:cNvSpPr>
          <p:nvPr>
            <p:ph type="title"/>
          </p:nvPr>
        </p:nvSpPr>
        <p:spPr/>
        <p:txBody>
          <a:bodyPr/>
          <a:lstStyle/>
          <a:p>
            <a:r>
              <a:rPr lang="en-GB" dirty="0"/>
              <a:t>The Pilot Must Prove Three Targets Before We Scale</a:t>
            </a:r>
            <a:endParaRPr lang="en-CH" dirty="0"/>
          </a:p>
        </p:txBody>
      </p:sp>
      <p:sp>
        <p:nvSpPr>
          <p:cNvPr id="8" name="Rectangle 7">
            <a:extLst>
              <a:ext uri="{FF2B5EF4-FFF2-40B4-BE49-F238E27FC236}">
                <a16:creationId xmlns:a16="http://schemas.microsoft.com/office/drawing/2014/main" id="{276D77CA-8C6B-0F18-C2C8-927F4CAF9231}"/>
              </a:ext>
            </a:extLst>
          </p:cNvPr>
          <p:cNvSpPr/>
          <p:nvPr/>
        </p:nvSpPr>
        <p:spPr bwMode="auto">
          <a:xfrm>
            <a:off x="457198" y="2762986"/>
            <a:ext cx="3556239" cy="2060294"/>
          </a:xfrm>
          <a:prstGeom prst="rect">
            <a:avLst/>
          </a:prstGeom>
          <a:gradFill flip="none" rotWithShape="1">
            <a:gsLst>
              <a:gs pos="34000">
                <a:srgbClr val="210B27"/>
              </a:gs>
              <a:gs pos="69000">
                <a:srgbClr val="241948"/>
              </a:gs>
              <a:gs pos="100000">
                <a:srgbClr val="D01E78"/>
              </a:gs>
            </a:gsLst>
            <a:lin ang="2700000" scaled="1"/>
            <a:tileRect/>
          </a:gradFill>
          <a:ln w="25400">
            <a:no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nchor="t"/>
          <a:lstStyle/>
          <a:p>
            <a:pPr algn="ctr">
              <a:spcAft>
                <a:spcPts val="1200"/>
              </a:spcAft>
            </a:pPr>
            <a:r>
              <a:rPr lang="en-CH" sz="3600" b="1">
                <a:solidFill>
                  <a:schemeClr val="bg1"/>
                </a:solidFill>
                <a:latin typeface="Calibri Light" panose="020F0302020204030204" pitchFamily="34" charset="0"/>
                <a:ea typeface="Human Sans ExtraLight" charset="0"/>
                <a:cs typeface="Human Sans ExtraLight" charset="0"/>
              </a:rPr>
              <a:t>&lt; 30 min</a:t>
            </a:r>
          </a:p>
          <a:p>
            <a:pPr algn="ctr">
              <a:spcAft>
                <a:spcPts val="1200"/>
              </a:spcAft>
            </a:pPr>
            <a:r>
              <a:rPr lang="en-US" sz="1600">
                <a:solidFill>
                  <a:schemeClr val="bg1"/>
                </a:solidFill>
                <a:latin typeface="Calibri Light" panose="020F0302020204030204" pitchFamily="34" charset="0"/>
                <a:ea typeface="Human Sans ExtraLight" charset="0"/>
                <a:cs typeface="Human Sans ExtraLight" charset="0"/>
              </a:rPr>
              <a:t>facilitator prep per session.</a:t>
            </a:r>
          </a:p>
          <a:p>
            <a:pPr algn="ctr">
              <a:spcAft>
                <a:spcPts val="1200"/>
              </a:spcAft>
            </a:pPr>
            <a:r>
              <a:rPr lang="en-US" sz="1600">
                <a:solidFill>
                  <a:schemeClr val="bg1"/>
                </a:solidFill>
                <a:latin typeface="Calibri Light" panose="020F0302020204030204" pitchFamily="34" charset="0"/>
                <a:ea typeface="Human Sans ExtraLight" charset="0"/>
                <a:cs typeface="Human Sans ExtraLight" charset="0"/>
              </a:rPr>
              <a:t>A 45-minute session and debrief without the preparation a live workshop needs.</a:t>
            </a:r>
          </a:p>
        </p:txBody>
      </p:sp>
      <p:sp>
        <p:nvSpPr>
          <p:cNvPr id="15" name="Rectangle 14">
            <a:extLst>
              <a:ext uri="{FF2B5EF4-FFF2-40B4-BE49-F238E27FC236}">
                <a16:creationId xmlns:a16="http://schemas.microsoft.com/office/drawing/2014/main" id="{6DC9CC6E-6A03-4EBF-F4C9-ADB6ABC5E244}"/>
              </a:ext>
            </a:extLst>
          </p:cNvPr>
          <p:cNvSpPr/>
          <p:nvPr/>
        </p:nvSpPr>
        <p:spPr bwMode="auto">
          <a:xfrm>
            <a:off x="4316354" y="2762986"/>
            <a:ext cx="3556239" cy="2060294"/>
          </a:xfrm>
          <a:prstGeom prst="rect">
            <a:avLst/>
          </a:prstGeom>
          <a:gradFill flip="none" rotWithShape="1">
            <a:gsLst>
              <a:gs pos="34000">
                <a:srgbClr val="210B27"/>
              </a:gs>
              <a:gs pos="69000">
                <a:srgbClr val="241948"/>
              </a:gs>
              <a:gs pos="100000">
                <a:srgbClr val="D01E78"/>
              </a:gs>
            </a:gsLst>
            <a:lin ang="2700000" scaled="1"/>
            <a:tileRect/>
          </a:gradFill>
          <a:ln w="25400">
            <a:no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nchor="t"/>
          <a:lstStyle/>
          <a:p>
            <a:pPr algn="ctr">
              <a:spcAft>
                <a:spcPts val="1200"/>
              </a:spcAft>
            </a:pPr>
            <a:r>
              <a:rPr lang="en-CH" sz="3600" b="1">
                <a:solidFill>
                  <a:schemeClr val="bg1"/>
                </a:solidFill>
                <a:latin typeface="Calibri Light" panose="020F0302020204030204" pitchFamily="34" charset="0"/>
              </a:rPr>
              <a:t>&lt; CAD 15</a:t>
            </a:r>
          </a:p>
          <a:p>
            <a:pPr algn="ctr">
              <a:spcAft>
                <a:spcPts val="1200"/>
              </a:spcAft>
            </a:pPr>
            <a:r>
              <a:rPr lang="de-DE" sz="1600" err="1">
                <a:solidFill>
                  <a:schemeClr val="bg1"/>
                </a:solidFill>
                <a:latin typeface="Calibri Light" panose="020F0302020204030204" pitchFamily="34" charset="0"/>
                <a:ea typeface="Human Sans ExtraLight" charset="0"/>
                <a:cs typeface="Human Sans ExtraLight" charset="0"/>
              </a:rPr>
              <a:t>all-in cost per session.</a:t>
            </a:r>
          </a:p>
          <a:p>
            <a:pPr algn="ctr">
              <a:spcAft>
                <a:spcPts val="1200"/>
              </a:spcAft>
            </a:pPr>
            <a:r>
              <a:rPr lang="en-CH" sz="1600">
                <a:solidFill>
                  <a:schemeClr val="bg1"/>
                </a:solidFill>
                <a:latin typeface="Calibri Light" panose="020F0302020204030204" pitchFamily="34" charset="0"/>
                <a:ea typeface="Human Sans ExtraLight" charset="0"/>
                <a:cs typeface="Human Sans ExtraLight" charset="0"/>
              </a:rPr>
              <a:t>Model, speech and storage for five participants, tracked on a per-session cost ledger.</a:t>
            </a:r>
          </a:p>
        </p:txBody>
      </p:sp>
      <p:sp>
        <p:nvSpPr>
          <p:cNvPr id="16" name="Rectangle 15">
            <a:extLst>
              <a:ext uri="{FF2B5EF4-FFF2-40B4-BE49-F238E27FC236}">
                <a16:creationId xmlns:a16="http://schemas.microsoft.com/office/drawing/2014/main" id="{5FDBC41D-6083-0CAA-1DFC-1421CC758B4F}"/>
              </a:ext>
            </a:extLst>
          </p:cNvPr>
          <p:cNvSpPr/>
          <p:nvPr/>
        </p:nvSpPr>
        <p:spPr bwMode="auto">
          <a:xfrm>
            <a:off x="8175510" y="2762986"/>
            <a:ext cx="3556239" cy="2060294"/>
          </a:xfrm>
          <a:prstGeom prst="rect">
            <a:avLst/>
          </a:prstGeom>
          <a:gradFill flip="none" rotWithShape="1">
            <a:gsLst>
              <a:gs pos="34000">
                <a:srgbClr val="210B27"/>
              </a:gs>
              <a:gs pos="69000">
                <a:srgbClr val="241948"/>
              </a:gs>
              <a:gs pos="100000">
                <a:srgbClr val="D01E78"/>
              </a:gs>
            </a:gsLst>
            <a:lin ang="2700000" scaled="1"/>
            <a:tileRect/>
          </a:gradFill>
          <a:ln w="25400">
            <a:no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nchor="t"/>
          <a:lstStyle/>
          <a:p>
            <a:pPr algn="ctr">
              <a:spcAft>
                <a:spcPts val="1200"/>
              </a:spcAft>
            </a:pPr>
            <a:r>
              <a:rPr lang="en-CH" sz="3600" b="1">
                <a:solidFill>
                  <a:schemeClr val="bg1"/>
                </a:solidFill>
                <a:latin typeface="Calibri Light" panose="020F0302020204030204" pitchFamily="34" charset="0"/>
              </a:rPr>
              <a:t>+1 level</a:t>
            </a:r>
          </a:p>
          <a:p>
            <a:pPr algn="ctr">
              <a:spcAft>
                <a:spcPts val="1200"/>
              </a:spcAft>
            </a:pPr>
            <a:r>
              <a:rPr lang="de-DE" sz="1600">
                <a:solidFill>
                  <a:schemeClr val="bg1"/>
                </a:solidFill>
                <a:latin typeface="Calibri Light" panose="020F0302020204030204" pitchFamily="34" charset="0"/>
                <a:ea typeface="Human Sans ExtraLight" charset="0"/>
                <a:cs typeface="Human Sans ExtraLight" charset="0"/>
              </a:rPr>
              <a:t>median gain on weak spots.</a:t>
            </a:r>
          </a:p>
          <a:p>
            <a:pPr algn="ctr">
              <a:spcAft>
                <a:spcPts val="1200"/>
              </a:spcAft>
            </a:pPr>
            <a:r>
              <a:rPr lang="en-CH" sz="1600">
                <a:solidFill>
                  <a:schemeClr val="bg1"/>
                </a:solidFill>
                <a:latin typeface="Calibri Light" panose="020F0302020204030204" pitchFamily="34" charset="0"/>
                <a:ea typeface="Human Sans ExtraLight" charset="0"/>
                <a:cs typeface="Human Sans ExtraLight" charset="0"/>
              </a:rPr>
              <a:t>Across a four-session program, on each person's two weakest rubric criteria.</a:t>
            </a:r>
          </a:p>
        </p:txBody>
      </p:sp>
      <p:sp>
        <p:nvSpPr>
          <p:cNvPr id="19" name="TextBox 18">
            <a:extLst>
              <a:ext uri="{FF2B5EF4-FFF2-40B4-BE49-F238E27FC236}">
                <a16:creationId xmlns:a16="http://schemas.microsoft.com/office/drawing/2014/main" id="{8E7E2018-04C2-3C56-0DE2-70685966D4F0}"/>
              </a:ext>
            </a:extLst>
          </p:cNvPr>
          <p:cNvSpPr txBox="1"/>
          <p:nvPr/>
        </p:nvSpPr>
        <p:spPr>
          <a:xfrm>
            <a:off x="457197" y="1709911"/>
            <a:ext cx="11274551" cy="646331"/>
          </a:xfrm>
          <a:prstGeom prst="rect">
            <a:avLst/>
          </a:prstGeom>
          <a:noFill/>
        </p:spPr>
        <p:txBody>
          <a:bodyPr wrap="square" lIns="0">
            <a:spAutoFit/>
          </a:bodyPr>
          <a:lstStyle/>
          <a:p>
            <a:r>
              <a:rPr lang="en-GB" dirty="0"/>
              <a:t>These targets come from the product specification and are measured from the first pilot session. If the pilot misses them, we stop at the gate.</a:t>
            </a:r>
            <a:endParaRPr lang="en-CH" dirty="0"/>
          </a:p>
        </p:txBody>
      </p:sp>
      <p:sp>
        <p:nvSpPr>
          <p:cNvPr id="21" name="TextBox 20">
            <a:extLst>
              <a:ext uri="{FF2B5EF4-FFF2-40B4-BE49-F238E27FC236}">
                <a16:creationId xmlns:a16="http://schemas.microsoft.com/office/drawing/2014/main" id="{7121C509-90C0-37F1-58EC-EEBA58F47940}"/>
              </a:ext>
            </a:extLst>
          </p:cNvPr>
          <p:cNvSpPr txBox="1"/>
          <p:nvPr/>
        </p:nvSpPr>
        <p:spPr>
          <a:xfrm>
            <a:off x="1183702" y="5408709"/>
            <a:ext cx="9821540" cy="400110"/>
          </a:xfrm>
          <a:prstGeom prst="rect">
            <a:avLst/>
          </a:prstGeom>
          <a:noFill/>
        </p:spPr>
        <p:txBody>
          <a:bodyPr wrap="square">
            <a:spAutoFit/>
          </a:bodyPr>
          <a:lstStyle/>
          <a:p>
            <a:pPr algn="ctr"/>
            <a:r>
              <a:rPr lang="en-GB" sz="2000" b="1" dirty="0">
                <a:solidFill>
                  <a:schemeClr val="accent5">
                    <a:lumMod val="50000"/>
                  </a:schemeClr>
                </a:solidFill>
              </a:rPr>
              <a:t>More frequent, cheaper and measured practice, or a hard stop at the gate.</a:t>
            </a:r>
            <a:endParaRPr lang="en-CH" sz="2000" b="1" dirty="0">
              <a:solidFill>
                <a:schemeClr val="accent5">
                  <a:lumMod val="50000"/>
                </a:schemeClr>
              </a:solidFill>
            </a:endParaRPr>
          </a:p>
        </p:txBody>
      </p:sp>
    </p:spTree>
    <p:extLst>
      <p:ext uri="{BB962C8B-B14F-4D97-AF65-F5344CB8AC3E}">
        <p14:creationId xmlns:p14="http://schemas.microsoft.com/office/powerpoint/2010/main" val="198861037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52CD8-73B1-98C6-CDF7-E987EC2A8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0A8A0-D118-34DB-19BE-A206251DCAE4}"/>
              </a:ext>
            </a:extLst>
          </p:cNvPr>
          <p:cNvSpPr>
            <a:spLocks noGrp="1"/>
          </p:cNvSpPr>
          <p:nvPr>
            <p:ph type="title"/>
          </p:nvPr>
        </p:nvSpPr>
        <p:spPr/>
        <p:txBody>
          <a:bodyPr/>
          <a:lstStyle/>
          <a:p>
            <a:r>
              <a:rPr lang="en-GB"/>
              <a:t>Humans Play Humans; AI Plays Everyone Else</a:t>
            </a:r>
            <a:endParaRPr lang="en-CH"/>
          </a:p>
        </p:txBody>
      </p:sp>
      <p:sp>
        <p:nvSpPr>
          <p:cNvPr id="4" name="Oval 3">
            <a:extLst>
              <a:ext uri="{FF2B5EF4-FFF2-40B4-BE49-F238E27FC236}">
                <a16:creationId xmlns:a16="http://schemas.microsoft.com/office/drawing/2014/main" id="{EB519C2F-C176-3AE3-2569-A99500628DA4}"/>
              </a:ext>
            </a:extLst>
          </p:cNvPr>
          <p:cNvSpPr/>
          <p:nvPr/>
        </p:nvSpPr>
        <p:spPr bwMode="auto">
          <a:xfrm>
            <a:off x="2324101" y="1564985"/>
            <a:ext cx="2058875" cy="2058875"/>
          </a:xfrm>
          <a:prstGeom prst="ellipse">
            <a:avLst/>
          </a:prstGeom>
          <a:noFill/>
          <a:ln w="25400">
            <a:gradFill flip="none" rotWithShape="1">
              <a:gsLst>
                <a:gs pos="0">
                  <a:schemeClr val="accent5">
                    <a:lumMod val="50000"/>
                  </a:schemeClr>
                </a:gs>
                <a:gs pos="48000">
                  <a:schemeClr val="accent5">
                    <a:lumMod val="50000"/>
                  </a:schemeClr>
                </a:gs>
                <a:gs pos="91000">
                  <a:srgbClr val="D01E78"/>
                </a:gs>
              </a:gsLst>
              <a:lin ang="2700000" scaled="1"/>
              <a:tileRect/>
            </a:gradFill>
          </a:ln>
        </p:spPr>
        <p:style>
          <a:lnRef idx="2">
            <a:schemeClr val="accent6"/>
          </a:lnRef>
          <a:fillRef idx="1">
            <a:schemeClr val="lt1"/>
          </a:fillRef>
          <a:effectRef idx="0">
            <a:schemeClr val="accent6"/>
          </a:effectRef>
          <a:fontRef idx="minor">
            <a:schemeClr val="dk1"/>
          </a:fontRef>
        </p:style>
        <p:txBody>
          <a:bodyPr wrap="square" lIns="0" tIns="0" rIns="0" bIns="0" rtlCol="0" anchor="ctr"/>
          <a:lstStyle/>
          <a:p>
            <a:pPr algn="ctr"/>
            <a:r>
              <a:rPr lang="en-CH" b="1">
                <a:solidFill>
                  <a:schemeClr val="accent5">
                    <a:lumMod val="50000"/>
                  </a:schemeClr>
                </a:solidFill>
                <a:latin typeface="Calibri Light" panose="020F0302020204030204" pitchFamily="34" charset="0"/>
                <a:ea typeface="Human Sans ExtraLight" charset="0"/>
                <a:cs typeface="Human Sans ExtraLight" charset="0"/>
              </a:rPr>
              <a:t>Your Team</a:t>
            </a:r>
          </a:p>
          <a:p>
            <a:pPr algn="ctr"/>
            <a:r>
              <a:rPr lang="en-CH" sz="1100">
                <a:solidFill>
                  <a:schemeClr val="tx1"/>
                </a:solidFill>
                <a:latin typeface="Calibri Light" panose="020F0302020204030204" pitchFamily="34" charset="0"/>
                <a:ea typeface="Human Sans ExtraLight" charset="0"/>
                <a:cs typeface="Human Sans ExtraLight" charset="0"/>
              </a:rPr>
              <a:t>Plays its own roles, makes the calls and owns the conversation</a:t>
            </a:r>
          </a:p>
        </p:txBody>
      </p:sp>
      <p:sp>
        <p:nvSpPr>
          <p:cNvPr id="7" name="Oval 6">
            <a:extLst>
              <a:ext uri="{FF2B5EF4-FFF2-40B4-BE49-F238E27FC236}">
                <a16:creationId xmlns:a16="http://schemas.microsoft.com/office/drawing/2014/main" id="{BB886EE8-9C2B-D463-44D9-FC2228BCCDEA}"/>
              </a:ext>
            </a:extLst>
          </p:cNvPr>
          <p:cNvSpPr/>
          <p:nvPr/>
        </p:nvSpPr>
        <p:spPr bwMode="auto">
          <a:xfrm>
            <a:off x="4163061" y="1564985"/>
            <a:ext cx="2058875" cy="2058875"/>
          </a:xfrm>
          <a:prstGeom prst="ellipse">
            <a:avLst/>
          </a:prstGeom>
          <a:noFill/>
          <a:ln w="25400">
            <a:gradFill flip="none" rotWithShape="1">
              <a:gsLst>
                <a:gs pos="0">
                  <a:srgbClr val="D01E78"/>
                </a:gs>
                <a:gs pos="60000">
                  <a:srgbClr val="D01E78"/>
                </a:gs>
                <a:gs pos="100000">
                  <a:schemeClr val="accent5">
                    <a:lumMod val="50000"/>
                  </a:schemeClr>
                </a:gs>
              </a:gsLst>
              <a:lin ang="2700000" scaled="1"/>
              <a:tileRect/>
            </a:gradFill>
          </a:ln>
        </p:spPr>
        <p:style>
          <a:lnRef idx="2">
            <a:schemeClr val="accent4"/>
          </a:lnRef>
          <a:fillRef idx="1">
            <a:schemeClr val="lt1"/>
          </a:fillRef>
          <a:effectRef idx="0">
            <a:schemeClr val="accent4"/>
          </a:effectRef>
          <a:fontRef idx="minor">
            <a:schemeClr val="dk1"/>
          </a:fontRef>
        </p:style>
        <p:txBody>
          <a:bodyPr wrap="square" lIns="0" tIns="0" rIns="0" bIns="0" rtlCol="0" anchor="ctr"/>
          <a:lstStyle/>
          <a:p>
            <a:pPr algn="ctr"/>
            <a:r>
              <a:rPr lang="en-CH" b="1">
                <a:solidFill>
                  <a:srgbClr val="D01E78"/>
                </a:solidFill>
                <a:latin typeface="Calibri Light" panose="020F0302020204030204" pitchFamily="34" charset="0"/>
                <a:ea typeface="Human Sans ExtraLight" charset="0"/>
                <a:cs typeface="Human Sans ExtraLight" charset="0"/>
              </a:rPr>
              <a:t>The AI Cast</a:t>
            </a:r>
          </a:p>
          <a:p>
            <a:pPr algn="ctr"/>
            <a:r>
              <a:rPr lang="en-CH" sz="1100">
                <a:solidFill>
                  <a:schemeClr val="tx1"/>
                </a:solidFill>
                <a:latin typeface="Calibri Light" panose="020F0302020204030204" pitchFamily="34" charset="0"/>
                <a:ea typeface="Human Sans ExtraLight" charset="0"/>
                <a:cs typeface="Human Sans ExtraLight" charset="0"/>
              </a:rPr>
              <a:t>Client, regulator or stressed colleague, in character, with hidden agendas</a:t>
            </a:r>
          </a:p>
        </p:txBody>
      </p:sp>
      <p:sp>
        <p:nvSpPr>
          <p:cNvPr id="10" name="TextBox 9">
            <a:extLst>
              <a:ext uri="{FF2B5EF4-FFF2-40B4-BE49-F238E27FC236}">
                <a16:creationId xmlns:a16="http://schemas.microsoft.com/office/drawing/2014/main" id="{BD77D475-EB2A-4B72-4551-7A361C4365DE}"/>
              </a:ext>
            </a:extLst>
          </p:cNvPr>
          <p:cNvSpPr txBox="1"/>
          <p:nvPr/>
        </p:nvSpPr>
        <p:spPr>
          <a:xfrm>
            <a:off x="6446520" y="2148840"/>
            <a:ext cx="5029200" cy="914400"/>
          </a:xfrm>
          <a:prstGeom prst="rect">
            <a:avLst/>
          </a:prstGeom>
        </p:spPr>
        <p:txBody>
          <a:bodyPr wrap="none" lIns="0" tIns="0" rIns="0" bIns="0" rtlCol="0">
            <a:spAutoFit/>
          </a:bodyPr>
          <a:lstStyle/>
          <a:p>
            <a:pPr algn="ctr"/>
            <a:r>
              <a:rPr lang="en-CH" sz="3200" b="1">
                <a:solidFill>
                  <a:schemeClr val="tx1">
                    <a:lumMod val="65000"/>
                    <a:lumOff val="35000"/>
                  </a:schemeClr>
                </a:solidFill>
              </a:rPr>
              <a:t>= Measured Practice</a:t>
            </a:r>
            <a:endParaRPr lang="en-CH" sz="3200" b="1">
              <a:solidFill>
                <a:schemeClr val="tx1">
                  <a:lumMod val="65000"/>
                  <a:lumOff val="35000"/>
                </a:schemeClr>
              </a:solidFill>
              <a:latin typeface="Calibri Light" panose="020F0302020204030204" pitchFamily="34" charset="0"/>
              <a:ea typeface="Human Sans ExtraLight" charset="0"/>
              <a:cs typeface="Human Sans ExtraLight" charset="0"/>
            </a:endParaRPr>
          </a:p>
        </p:txBody>
      </p:sp>
      <p:sp>
        <p:nvSpPr>
          <p:cNvPr id="11" name="TextBox 10">
            <a:extLst>
              <a:ext uri="{FF2B5EF4-FFF2-40B4-BE49-F238E27FC236}">
                <a16:creationId xmlns:a16="http://schemas.microsoft.com/office/drawing/2014/main" id="{4FF63A97-AF0F-C3DA-B311-9052E261C37C}"/>
              </a:ext>
            </a:extLst>
          </p:cNvPr>
          <p:cNvSpPr txBox="1"/>
          <p:nvPr/>
        </p:nvSpPr>
        <p:spPr>
          <a:xfrm>
            <a:off x="457200" y="4069080"/>
            <a:ext cx="3527301" cy="1463040"/>
          </a:xfrm>
          <a:prstGeom prst="rect">
            <a:avLst/>
          </a:prstGeom>
        </p:spPr>
        <p:txBody>
          <a:bodyPr wrap="square" lIns="0" tIns="0" rIns="0" bIns="0" rtlCol="0">
            <a:spAutoFit/>
          </a:bodyPr>
          <a:lstStyle/>
          <a:p>
            <a:r>
              <a:rPr lang="en-CH" sz="1400" b="1">
                <a:solidFill>
                  <a:schemeClr val="accent2">
                    <a:lumMod val="50000"/>
                  </a:schemeClr>
                </a:solidFill>
              </a:rPr>
              <a:t>What it is</a:t>
            </a:r>
          </a:p>
          <a:p>
            <a:r>
              <a:rPr lang="en-GB" sz="1200"/>
              <a:t>A scripted role-play for 3 to 8 people, about 45 minutes, run from a browser with voice and a shared 3D scene.</a:t>
            </a:r>
            <a:endParaRPr lang="en-CH" sz="1200"/>
          </a:p>
        </p:txBody>
      </p:sp>
      <p:sp>
        <p:nvSpPr>
          <p:cNvPr id="12" name="TextBox 11">
            <a:extLst>
              <a:ext uri="{FF2B5EF4-FFF2-40B4-BE49-F238E27FC236}">
                <a16:creationId xmlns:a16="http://schemas.microsoft.com/office/drawing/2014/main" id="{E2C8FB99-192F-C356-306C-24654CB1E74A}"/>
              </a:ext>
            </a:extLst>
          </p:cNvPr>
          <p:cNvSpPr txBox="1"/>
          <p:nvPr/>
        </p:nvSpPr>
        <p:spPr>
          <a:xfrm>
            <a:off x="4330825" y="4069080"/>
            <a:ext cx="3527301" cy="1463040"/>
          </a:xfrm>
          <a:prstGeom prst="rect">
            <a:avLst/>
          </a:prstGeom>
        </p:spPr>
        <p:txBody>
          <a:bodyPr wrap="square" lIns="0" tIns="0" rIns="0" bIns="0" rtlCol="0">
            <a:spAutoFit/>
          </a:bodyPr>
          <a:lstStyle/>
          <a:p>
            <a:r>
              <a:rPr lang="en-CH" sz="1400" b="1">
                <a:solidFill>
                  <a:schemeClr val="accent2">
                    <a:lumMod val="50000"/>
                  </a:schemeClr>
                </a:solidFill>
              </a:rPr>
              <a:t>What people do</a:t>
            </a:r>
          </a:p>
          <a:p>
            <a:r>
              <a:rPr lang="en-GB" sz="1200"/>
              <a:t>Read a private brief, agree a position as a team, handle the counterpart and live with the consequences.</a:t>
            </a:r>
            <a:endParaRPr lang="en-CH" sz="1200"/>
          </a:p>
        </p:txBody>
      </p:sp>
      <p:sp>
        <p:nvSpPr>
          <p:cNvPr id="13" name="TextBox 12">
            <a:extLst>
              <a:ext uri="{FF2B5EF4-FFF2-40B4-BE49-F238E27FC236}">
                <a16:creationId xmlns:a16="http://schemas.microsoft.com/office/drawing/2014/main" id="{CE4D7CC1-8690-FAE3-7284-C5449269C222}"/>
              </a:ext>
            </a:extLst>
          </p:cNvPr>
          <p:cNvSpPr txBox="1"/>
          <p:nvPr/>
        </p:nvSpPr>
        <p:spPr>
          <a:xfrm>
            <a:off x="8204451" y="4069080"/>
            <a:ext cx="3527301" cy="1463040"/>
          </a:xfrm>
          <a:prstGeom prst="rect">
            <a:avLst/>
          </a:prstGeom>
        </p:spPr>
        <p:txBody>
          <a:bodyPr wrap="square" lIns="0" tIns="0" rIns="0" bIns="0" rtlCol="0">
            <a:spAutoFit/>
          </a:bodyPr>
          <a:lstStyle/>
          <a:p>
            <a:r>
              <a:rPr lang="en-CH" sz="1400" b="1">
                <a:solidFill>
                  <a:schemeClr val="accent2">
                    <a:lumMod val="50000"/>
                  </a:schemeClr>
                </a:solidFill>
              </a:rPr>
              <a:t>What AI does</a:t>
            </a:r>
          </a:p>
          <a:p>
            <a:r>
              <a:rPr lang="en-GB" sz="1200"/>
              <a:t>Plays every counterpart, runs the script and injects, transcribes everything and drafts feedback with quoted evidence.</a:t>
            </a:r>
            <a:endParaRPr lang="en-CH" sz="1200"/>
          </a:p>
        </p:txBody>
      </p:sp>
    </p:spTree>
    <p:extLst>
      <p:ext uri="{BB962C8B-B14F-4D97-AF65-F5344CB8AC3E}">
        <p14:creationId xmlns:p14="http://schemas.microsoft.com/office/powerpoint/2010/main" val="313270898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A1887-2BFF-0849-96DC-41462DF6744E}"/>
              </a:ext>
            </a:extLst>
          </p:cNvPr>
          <p:cNvSpPr txBox="1">
            <a:spLocks/>
          </p:cNvSpPr>
          <p:nvPr/>
        </p:nvSpPr>
        <p:spPr>
          <a:xfrm>
            <a:off x="304800" y="266700"/>
            <a:ext cx="11274552" cy="457200"/>
          </a:xfrm>
          <a:prstGeom prst="rect">
            <a:avLst/>
          </a:prstGeom>
        </p:spPr>
        <p:txBody>
          <a:bodyPr/>
          <a:lstStyle>
            <a:lvl1pPr algn="l" defTabSz="914400" rtl="0" eaLnBrk="1" latinLnBrk="0" hangingPunct="1">
              <a:lnSpc>
                <a:spcPct val="100000"/>
              </a:lnSpc>
              <a:spcBef>
                <a:spcPct val="0"/>
              </a:spcBef>
              <a:buNone/>
              <a:defRPr lang="en-US" sz="2200" b="1" i="0" kern="1200">
                <a:solidFill>
                  <a:schemeClr val="tx1"/>
                </a:solidFill>
                <a:latin typeface="+mn-lt"/>
                <a:ea typeface="Calibri" panose="020F0502020204030204" pitchFamily="34" charset="0"/>
                <a:cs typeface="Calibri" panose="020F0502020204030204" pitchFamily="34" charset="0"/>
              </a:defRPr>
            </a:lvl1pPr>
          </a:lstStyle>
          <a:p>
            <a:r>
              <a:rPr lang="en-US" dirty="0"/>
              <a:t>One Script Drives Authoring, the Live Session and the Debrief</a:t>
            </a:r>
          </a:p>
        </p:txBody>
      </p:sp>
      <p:sp>
        <p:nvSpPr>
          <p:cNvPr id="3" name="Rectangle: Rounded Corners 2">
            <a:extLst>
              <a:ext uri="{FF2B5EF4-FFF2-40B4-BE49-F238E27FC236}">
                <a16:creationId xmlns:a16="http://schemas.microsoft.com/office/drawing/2014/main" id="{F7DFC2A7-77AA-01C0-2AEE-07CA45BCAF56}"/>
              </a:ext>
            </a:extLst>
          </p:cNvPr>
          <p:cNvSpPr/>
          <p:nvPr/>
        </p:nvSpPr>
        <p:spPr bwMode="auto">
          <a:xfrm>
            <a:off x="523875" y="1315046"/>
            <a:ext cx="1514475" cy="534593"/>
          </a:xfrm>
          <a:prstGeom prst="roundRect">
            <a:avLst/>
          </a:prstGeom>
          <a:ln/>
        </p:spPr>
        <p:style>
          <a:lnRef idx="2">
            <a:schemeClr val="accent2"/>
          </a:lnRef>
          <a:fillRef idx="1">
            <a:schemeClr val="lt1"/>
          </a:fillRef>
          <a:effectRef idx="0">
            <a:schemeClr val="accent2"/>
          </a:effectRef>
          <a:fontRef idx="minor">
            <a:schemeClr val="dk1"/>
          </a:fontRef>
        </p:style>
        <p:txBody>
          <a:bodyPr wrap="square" lIns="0" tIns="0" rIns="0" bIns="0" rtlCol="0" anchor="ctr"/>
          <a:lstStyle/>
          <a:p>
            <a:pPr algn="ctr"/>
            <a:r>
              <a:rPr lang="en-US" sz="1600" b="1" dirty="0">
                <a:solidFill>
                  <a:schemeClr val="accent2">
                    <a:lumMod val="75000"/>
                  </a:schemeClr>
                </a:solidFill>
                <a:latin typeface="+mj-lt"/>
                <a:ea typeface="Human Sans ExtraLight" charset="0"/>
                <a:cs typeface="Human Sans ExtraLight" charset="0"/>
              </a:rPr>
              <a:t>Script</a:t>
            </a:r>
            <a:endParaRPr lang="en-CA" sz="1600" b="1" dirty="0">
              <a:solidFill>
                <a:schemeClr val="accent2">
                  <a:lumMod val="75000"/>
                </a:schemeClr>
              </a:solidFill>
              <a:latin typeface="+mj-lt"/>
              <a:ea typeface="Human Sans ExtraLight" charset="0"/>
              <a:cs typeface="Human Sans ExtraLight" charset="0"/>
            </a:endParaRPr>
          </a:p>
        </p:txBody>
      </p:sp>
      <p:sp>
        <p:nvSpPr>
          <p:cNvPr id="4" name="Rectangle: Rounded Corners 3">
            <a:extLst>
              <a:ext uri="{FF2B5EF4-FFF2-40B4-BE49-F238E27FC236}">
                <a16:creationId xmlns:a16="http://schemas.microsoft.com/office/drawing/2014/main" id="{BBF44CFC-E955-77D7-E900-7FB1CFF2E0A9}"/>
              </a:ext>
            </a:extLst>
          </p:cNvPr>
          <p:cNvSpPr/>
          <p:nvPr/>
        </p:nvSpPr>
        <p:spPr bwMode="auto">
          <a:xfrm>
            <a:off x="3152775" y="1315045"/>
            <a:ext cx="8515350" cy="534593"/>
          </a:xfrm>
          <a:prstGeom prst="roundRect">
            <a:avLst/>
          </a:prstGeom>
          <a:ln/>
        </p:spPr>
        <p:style>
          <a:lnRef idx="2">
            <a:schemeClr val="accent4"/>
          </a:lnRef>
          <a:fillRef idx="1">
            <a:schemeClr val="lt1"/>
          </a:fillRef>
          <a:effectRef idx="0">
            <a:schemeClr val="accent4"/>
          </a:effectRef>
          <a:fontRef idx="minor">
            <a:schemeClr val="dk1"/>
          </a:fontRef>
        </p:style>
        <p:txBody>
          <a:bodyPr wrap="square" lIns="72000" tIns="72000" rIns="72000" bIns="72000" rtlCol="0" anchor="ctr"/>
          <a:lstStyle/>
          <a:p>
            <a:pPr algn="ctr"/>
            <a:r>
              <a:rPr lang="en-US" sz="1600" b="1" i="1" dirty="0"/>
              <a:t xml:space="preserve">Author writes the scenario: </a:t>
            </a:r>
            <a:r>
              <a:rPr lang="en-US" sz="1600" dirty="0"/>
              <a:t>context, roles with hidden agendas, scenes, injects and the rubric. Validated on save; playable within a day.</a:t>
            </a:r>
            <a:endParaRPr lang="en-CA" sz="1600" dirty="0">
              <a:solidFill>
                <a:schemeClr val="bg1"/>
              </a:solidFill>
              <a:latin typeface="Calibri Light" panose="020F0302020204030204" pitchFamily="34" charset="0"/>
              <a:ea typeface="Human Sans ExtraLight" charset="0"/>
              <a:cs typeface="Human Sans ExtraLight" charset="0"/>
            </a:endParaRPr>
          </a:p>
        </p:txBody>
      </p:sp>
      <p:cxnSp>
        <p:nvCxnSpPr>
          <p:cNvPr id="6" name="Straight Arrow Connector 5">
            <a:extLst>
              <a:ext uri="{FF2B5EF4-FFF2-40B4-BE49-F238E27FC236}">
                <a16:creationId xmlns:a16="http://schemas.microsoft.com/office/drawing/2014/main" id="{7494634F-40E3-5F6B-AB6B-E75C539C2B7F}"/>
              </a:ext>
            </a:extLst>
          </p:cNvPr>
          <p:cNvCxnSpPr>
            <a:cxnSpLocks/>
            <a:stCxn id="3" idx="3"/>
            <a:endCxn id="4" idx="1"/>
          </p:cNvCxnSpPr>
          <p:nvPr/>
        </p:nvCxnSpPr>
        <p:spPr>
          <a:xfrm flipV="1">
            <a:off x="2038350" y="1582342"/>
            <a:ext cx="1114425" cy="1"/>
          </a:xfrm>
          <a:prstGeom prst="straightConnector1">
            <a:avLst/>
          </a:prstGeom>
          <a:ln>
            <a:headEnd type="oval"/>
            <a:tailEnd type="none"/>
          </a:ln>
        </p:spPr>
        <p:style>
          <a:lnRef idx="1">
            <a:schemeClr val="accent5"/>
          </a:lnRef>
          <a:fillRef idx="0">
            <a:schemeClr val="accent5"/>
          </a:fillRef>
          <a:effectRef idx="0">
            <a:schemeClr val="accent5"/>
          </a:effectRef>
          <a:fontRef idx="minor">
            <a:schemeClr val="tx1"/>
          </a:fontRef>
        </p:style>
      </p:cxnSp>
      <p:sp>
        <p:nvSpPr>
          <p:cNvPr id="8" name="TextBox 7">
            <a:extLst>
              <a:ext uri="{FF2B5EF4-FFF2-40B4-BE49-F238E27FC236}">
                <a16:creationId xmlns:a16="http://schemas.microsoft.com/office/drawing/2014/main" id="{81B296B0-19E8-9002-CB87-83DC2E603B7A}"/>
              </a:ext>
            </a:extLst>
          </p:cNvPr>
          <p:cNvSpPr txBox="1"/>
          <p:nvPr/>
        </p:nvSpPr>
        <p:spPr>
          <a:xfrm>
            <a:off x="446151" y="814803"/>
            <a:ext cx="11274552" cy="276999"/>
          </a:xfrm>
          <a:prstGeom prst="rect">
            <a:avLst/>
          </a:prstGeom>
        </p:spPr>
        <p:txBody>
          <a:bodyPr wrap="square" lIns="0" tIns="0" rIns="0" bIns="0" rtlCol="0">
            <a:spAutoFit/>
          </a:bodyPr>
          <a:lstStyle/>
          <a:p>
            <a:pPr algn="l"/>
            <a:r>
              <a:rPr lang="en-US" dirty="0"/>
              <a:t>Script, play, score, improve: the same scenario file runs every step, so content gets better with every cohort.</a:t>
            </a:r>
            <a:endParaRPr lang="en-CA" i="1" dirty="0"/>
          </a:p>
        </p:txBody>
      </p:sp>
      <p:sp>
        <p:nvSpPr>
          <p:cNvPr id="15" name="Rectangle: Rounded Corners 14">
            <a:extLst>
              <a:ext uri="{FF2B5EF4-FFF2-40B4-BE49-F238E27FC236}">
                <a16:creationId xmlns:a16="http://schemas.microsoft.com/office/drawing/2014/main" id="{B81CF074-81D6-DF87-D76A-7D3D3E692B59}"/>
              </a:ext>
            </a:extLst>
          </p:cNvPr>
          <p:cNvSpPr/>
          <p:nvPr/>
        </p:nvSpPr>
        <p:spPr bwMode="auto">
          <a:xfrm>
            <a:off x="523875" y="2228552"/>
            <a:ext cx="1514475" cy="534592"/>
          </a:xfrm>
          <a:prstGeom prst="roundRect">
            <a:avLst/>
          </a:prstGeom>
          <a:ln/>
        </p:spPr>
        <p:style>
          <a:lnRef idx="2">
            <a:schemeClr val="accent2"/>
          </a:lnRef>
          <a:fillRef idx="1">
            <a:schemeClr val="lt1"/>
          </a:fillRef>
          <a:effectRef idx="0">
            <a:schemeClr val="accent2"/>
          </a:effectRef>
          <a:fontRef idx="minor">
            <a:schemeClr val="dk1"/>
          </a:fontRef>
        </p:style>
        <p:txBody>
          <a:bodyPr wrap="square" lIns="0" tIns="0" rIns="0" bIns="0" rtlCol="0" anchor="ctr"/>
          <a:lstStyle/>
          <a:p>
            <a:pPr algn="ctr"/>
            <a:r>
              <a:rPr lang="en-US" sz="1600" dirty="0">
                <a:solidFill>
                  <a:schemeClr val="accent2">
                    <a:lumMod val="75000"/>
                  </a:schemeClr>
                </a:solidFill>
                <a:latin typeface="+mj-lt"/>
                <a:ea typeface="Human Sans ExtraLight" charset="0"/>
                <a:cs typeface="Human Sans ExtraLight" charset="0"/>
              </a:rPr>
              <a:t>Play</a:t>
            </a:r>
            <a:endParaRPr lang="en-CA" sz="1600" dirty="0">
              <a:solidFill>
                <a:schemeClr val="accent2">
                  <a:lumMod val="75000"/>
                </a:schemeClr>
              </a:solidFill>
              <a:latin typeface="+mj-lt"/>
              <a:ea typeface="Human Sans ExtraLight" charset="0"/>
              <a:cs typeface="Human Sans ExtraLight" charset="0"/>
            </a:endParaRPr>
          </a:p>
        </p:txBody>
      </p:sp>
      <p:sp>
        <p:nvSpPr>
          <p:cNvPr id="16" name="Rectangle: Rounded Corners 15">
            <a:extLst>
              <a:ext uri="{FF2B5EF4-FFF2-40B4-BE49-F238E27FC236}">
                <a16:creationId xmlns:a16="http://schemas.microsoft.com/office/drawing/2014/main" id="{EC9772BF-D696-1C46-95E9-7C214306144D}"/>
              </a:ext>
            </a:extLst>
          </p:cNvPr>
          <p:cNvSpPr/>
          <p:nvPr/>
        </p:nvSpPr>
        <p:spPr bwMode="auto">
          <a:xfrm>
            <a:off x="619125" y="3744223"/>
            <a:ext cx="1514475" cy="532507"/>
          </a:xfrm>
          <a:prstGeom prst="roundRect">
            <a:avLst/>
          </a:prstGeom>
          <a:ln/>
        </p:spPr>
        <p:style>
          <a:lnRef idx="2">
            <a:schemeClr val="accent2"/>
          </a:lnRef>
          <a:fillRef idx="1">
            <a:schemeClr val="lt1"/>
          </a:fillRef>
          <a:effectRef idx="0">
            <a:schemeClr val="accent2"/>
          </a:effectRef>
          <a:fontRef idx="minor">
            <a:schemeClr val="dk1"/>
          </a:fontRef>
        </p:style>
        <p:txBody>
          <a:bodyPr wrap="square" lIns="0" tIns="0" rIns="0" bIns="0" rtlCol="0" anchor="ctr"/>
          <a:lstStyle/>
          <a:p>
            <a:pPr algn="ctr"/>
            <a:r>
              <a:rPr lang="en-US" sz="1600" dirty="0">
                <a:solidFill>
                  <a:schemeClr val="accent2">
                    <a:lumMod val="75000"/>
                  </a:schemeClr>
                </a:solidFill>
                <a:latin typeface="+mj-lt"/>
                <a:ea typeface="Human Sans ExtraLight" charset="0"/>
                <a:cs typeface="Human Sans ExtraLight" charset="0"/>
              </a:rPr>
              <a:t>Score</a:t>
            </a:r>
            <a:endParaRPr lang="en-CA" sz="1600" dirty="0">
              <a:solidFill>
                <a:schemeClr val="accent2">
                  <a:lumMod val="75000"/>
                </a:schemeClr>
              </a:solidFill>
              <a:latin typeface="+mj-lt"/>
              <a:ea typeface="Human Sans ExtraLight" charset="0"/>
              <a:cs typeface="Human Sans ExtraLight" charset="0"/>
            </a:endParaRPr>
          </a:p>
        </p:txBody>
      </p:sp>
      <p:sp>
        <p:nvSpPr>
          <p:cNvPr id="17" name="Rectangle: Rounded Corners 16">
            <a:extLst>
              <a:ext uri="{FF2B5EF4-FFF2-40B4-BE49-F238E27FC236}">
                <a16:creationId xmlns:a16="http://schemas.microsoft.com/office/drawing/2014/main" id="{842913BF-FF1F-C930-4CB1-1E7D0DDFFBF7}"/>
              </a:ext>
            </a:extLst>
          </p:cNvPr>
          <p:cNvSpPr/>
          <p:nvPr/>
        </p:nvSpPr>
        <p:spPr bwMode="auto">
          <a:xfrm>
            <a:off x="619124" y="5048758"/>
            <a:ext cx="1514475" cy="812781"/>
          </a:xfrm>
          <a:prstGeom prst="roundRect">
            <a:avLst>
              <a:gd name="adj" fmla="val 15495"/>
            </a:avLst>
          </a:prstGeom>
          <a:ln/>
        </p:spPr>
        <p:style>
          <a:lnRef idx="2">
            <a:schemeClr val="accent2"/>
          </a:lnRef>
          <a:fillRef idx="1">
            <a:schemeClr val="lt1"/>
          </a:fillRef>
          <a:effectRef idx="0">
            <a:schemeClr val="accent2"/>
          </a:effectRef>
          <a:fontRef idx="minor">
            <a:schemeClr val="dk1"/>
          </a:fontRef>
        </p:style>
        <p:txBody>
          <a:bodyPr wrap="square" lIns="0" tIns="0" rIns="0" bIns="0" rtlCol="0" anchor="ctr"/>
          <a:lstStyle/>
          <a:p>
            <a:pPr algn="ctr"/>
            <a:r>
              <a:rPr lang="en-US" sz="1600" dirty="0">
                <a:solidFill>
                  <a:schemeClr val="accent2">
                    <a:lumMod val="75000"/>
                  </a:schemeClr>
                </a:solidFill>
                <a:latin typeface="+mj-lt"/>
                <a:ea typeface="Human Sans ExtraLight" charset="0"/>
                <a:cs typeface="Human Sans ExtraLight" charset="0"/>
              </a:rPr>
              <a:t>Improve</a:t>
            </a:r>
            <a:endParaRPr lang="en-CA" sz="1600" dirty="0">
              <a:solidFill>
                <a:schemeClr val="accent2">
                  <a:lumMod val="75000"/>
                </a:schemeClr>
              </a:solidFill>
              <a:latin typeface="+mj-lt"/>
              <a:ea typeface="Human Sans ExtraLight" charset="0"/>
              <a:cs typeface="Human Sans ExtraLight" charset="0"/>
            </a:endParaRPr>
          </a:p>
        </p:txBody>
      </p:sp>
      <p:sp>
        <p:nvSpPr>
          <p:cNvPr id="19" name="Rectangle: Rounded Corners 18">
            <a:extLst>
              <a:ext uri="{FF2B5EF4-FFF2-40B4-BE49-F238E27FC236}">
                <a16:creationId xmlns:a16="http://schemas.microsoft.com/office/drawing/2014/main" id="{2ED43437-85E4-C73E-EF35-D44A736612EA}"/>
              </a:ext>
            </a:extLst>
          </p:cNvPr>
          <p:cNvSpPr/>
          <p:nvPr/>
        </p:nvSpPr>
        <p:spPr bwMode="auto">
          <a:xfrm>
            <a:off x="3151249" y="1969593"/>
            <a:ext cx="8515350" cy="534592"/>
          </a:xfrm>
          <a:prstGeom prst="roundRect">
            <a:avLst/>
          </a:prstGeom>
          <a:ln/>
        </p:spPr>
        <p:style>
          <a:lnRef idx="2">
            <a:schemeClr val="accent4"/>
          </a:lnRef>
          <a:fillRef idx="1">
            <a:schemeClr val="lt1"/>
          </a:fillRef>
          <a:effectRef idx="0">
            <a:schemeClr val="accent4"/>
          </a:effectRef>
          <a:fontRef idx="minor">
            <a:schemeClr val="dk1"/>
          </a:fontRef>
        </p:style>
        <p:txBody>
          <a:bodyPr wrap="square" lIns="72000" tIns="72000" rIns="72000" bIns="72000" rtlCol="0" anchor="ctr"/>
          <a:lstStyle/>
          <a:p>
            <a:pPr algn="ctr">
              <a:spcAft>
                <a:spcPts val="600"/>
              </a:spcAft>
            </a:pPr>
            <a:r>
              <a:rPr lang="en-US" sz="1600" b="1" i="1" dirty="0"/>
              <a:t xml:space="preserve">Team joins and plays: </a:t>
            </a:r>
            <a:r>
              <a:rPr lang="en-US" sz="1600" dirty="0"/>
              <a:t>from a browser, with consent, private briefs and voice, scene by scene.</a:t>
            </a:r>
          </a:p>
        </p:txBody>
      </p:sp>
      <p:sp>
        <p:nvSpPr>
          <p:cNvPr id="22" name="Rectangle: Rounded Corners 21">
            <a:extLst>
              <a:ext uri="{FF2B5EF4-FFF2-40B4-BE49-F238E27FC236}">
                <a16:creationId xmlns:a16="http://schemas.microsoft.com/office/drawing/2014/main" id="{138282C5-6C5B-87DC-0B13-7DC1F6F94C9E}"/>
              </a:ext>
            </a:extLst>
          </p:cNvPr>
          <p:cNvSpPr/>
          <p:nvPr/>
        </p:nvSpPr>
        <p:spPr bwMode="auto">
          <a:xfrm>
            <a:off x="3151249" y="2570562"/>
            <a:ext cx="8515350" cy="534592"/>
          </a:xfrm>
          <a:prstGeom prst="roundRect">
            <a:avLst/>
          </a:prstGeom>
          <a:ln/>
        </p:spPr>
        <p:style>
          <a:lnRef idx="2">
            <a:schemeClr val="accent4"/>
          </a:lnRef>
          <a:fillRef idx="1">
            <a:schemeClr val="lt1"/>
          </a:fillRef>
          <a:effectRef idx="0">
            <a:schemeClr val="accent4"/>
          </a:effectRef>
          <a:fontRef idx="minor">
            <a:schemeClr val="dk1"/>
          </a:fontRef>
        </p:style>
        <p:txBody>
          <a:bodyPr wrap="square" lIns="72000" tIns="72000" rIns="72000" bIns="72000" rtlCol="0" anchor="ctr"/>
          <a:lstStyle/>
          <a:p>
            <a:pPr algn="ctr">
              <a:spcAft>
                <a:spcPts val="600"/>
              </a:spcAft>
            </a:pPr>
            <a:r>
              <a:rPr lang="en-US" sz="1600" b="1" i="1" dirty="0"/>
              <a:t xml:space="preserve">AI keeps it real: </a:t>
            </a:r>
            <a:r>
              <a:rPr lang="en-US" sz="1600" dirty="0"/>
              <a:t>counterparts reply in about a second, the Game Master fires injects, the facilitator can pause or whisper.</a:t>
            </a:r>
          </a:p>
        </p:txBody>
      </p:sp>
      <p:sp>
        <p:nvSpPr>
          <p:cNvPr id="25" name="Rectangle: Rounded Corners 24">
            <a:extLst>
              <a:ext uri="{FF2B5EF4-FFF2-40B4-BE49-F238E27FC236}">
                <a16:creationId xmlns:a16="http://schemas.microsoft.com/office/drawing/2014/main" id="{B43F5515-D0F5-1984-CA12-E4550C89016A}"/>
              </a:ext>
            </a:extLst>
          </p:cNvPr>
          <p:cNvSpPr/>
          <p:nvPr/>
        </p:nvSpPr>
        <p:spPr bwMode="auto">
          <a:xfrm>
            <a:off x="3151249" y="3234635"/>
            <a:ext cx="3829051" cy="1556441"/>
          </a:xfrm>
          <a:prstGeom prst="roundRect">
            <a:avLst>
              <a:gd name="adj" fmla="val 9323"/>
            </a:avLst>
          </a:prstGeom>
          <a:ln/>
        </p:spPr>
        <p:style>
          <a:lnRef idx="2">
            <a:schemeClr val="accent4"/>
          </a:lnRef>
          <a:fillRef idx="1">
            <a:schemeClr val="lt1"/>
          </a:fillRef>
          <a:effectRef idx="0">
            <a:schemeClr val="accent4"/>
          </a:effectRef>
          <a:fontRef idx="minor">
            <a:schemeClr val="dk1"/>
          </a:fontRef>
        </p:style>
        <p:txBody>
          <a:bodyPr wrap="square" lIns="72000" tIns="72000" rIns="72000" bIns="72000" rtlCol="0" anchor="ctr"/>
          <a:lstStyle/>
          <a:p>
            <a:pPr algn="ctr">
              <a:spcAft>
                <a:spcPts val="600"/>
              </a:spcAft>
            </a:pPr>
            <a:r>
              <a:rPr lang="en-US" sz="1600" b="1" i="1" dirty="0"/>
              <a:t xml:space="preserve">Everything is captured: </a:t>
            </a:r>
            <a:r>
              <a:rPr lang="en-US" sz="1600" dirty="0"/>
              <a:t>audio, chat and actions are transcribed with each speaker identified, then scored against the rubric.</a:t>
            </a:r>
          </a:p>
        </p:txBody>
      </p:sp>
      <p:sp>
        <p:nvSpPr>
          <p:cNvPr id="26" name="Rectangle: Rounded Corners 25">
            <a:extLst>
              <a:ext uri="{FF2B5EF4-FFF2-40B4-BE49-F238E27FC236}">
                <a16:creationId xmlns:a16="http://schemas.microsoft.com/office/drawing/2014/main" id="{F9A683AF-6738-2FA9-A2A6-8B4D4B4CB39B}"/>
              </a:ext>
            </a:extLst>
          </p:cNvPr>
          <p:cNvSpPr/>
          <p:nvPr/>
        </p:nvSpPr>
        <p:spPr bwMode="auto">
          <a:xfrm>
            <a:off x="7740773" y="3234635"/>
            <a:ext cx="3925825" cy="404813"/>
          </a:xfrm>
          <a:prstGeom prst="roundRect">
            <a:avLst/>
          </a:prstGeom>
          <a:ln/>
        </p:spPr>
        <p:style>
          <a:lnRef idx="2">
            <a:schemeClr val="accent4"/>
          </a:lnRef>
          <a:fillRef idx="1">
            <a:schemeClr val="lt1"/>
          </a:fillRef>
          <a:effectRef idx="0">
            <a:schemeClr val="accent4"/>
          </a:effectRef>
          <a:fontRef idx="minor">
            <a:schemeClr val="dk1"/>
          </a:fontRef>
        </p:style>
        <p:txBody>
          <a:bodyPr wrap="square" lIns="36000" tIns="36000" rIns="36000" bIns="36000" rtlCol="0" anchor="ctr"/>
          <a:lstStyle/>
          <a:p>
            <a:pPr algn="ctr">
              <a:spcAft>
                <a:spcPts val="600"/>
              </a:spcAft>
            </a:pPr>
            <a:r>
              <a:rPr lang="en-US" sz="1200" b="1" i="1" dirty="0"/>
              <a:t xml:space="preserve">Per person: </a:t>
            </a:r>
            <a:r>
              <a:rPr lang="en-US" sz="1200" dirty="0"/>
              <a:t>a level for every rubric criterion</a:t>
            </a:r>
          </a:p>
        </p:txBody>
      </p:sp>
      <p:sp>
        <p:nvSpPr>
          <p:cNvPr id="27" name="Rectangle: Rounded Corners 26">
            <a:extLst>
              <a:ext uri="{FF2B5EF4-FFF2-40B4-BE49-F238E27FC236}">
                <a16:creationId xmlns:a16="http://schemas.microsoft.com/office/drawing/2014/main" id="{AD5185DF-AE4B-0944-406F-3F1E2D450068}"/>
              </a:ext>
            </a:extLst>
          </p:cNvPr>
          <p:cNvSpPr/>
          <p:nvPr/>
        </p:nvSpPr>
        <p:spPr bwMode="auto">
          <a:xfrm>
            <a:off x="7740773" y="3672335"/>
            <a:ext cx="3925825" cy="404813"/>
          </a:xfrm>
          <a:prstGeom prst="roundRect">
            <a:avLst/>
          </a:prstGeom>
          <a:ln/>
        </p:spPr>
        <p:style>
          <a:lnRef idx="2">
            <a:schemeClr val="accent4"/>
          </a:lnRef>
          <a:fillRef idx="1">
            <a:schemeClr val="lt1"/>
          </a:fillRef>
          <a:effectRef idx="0">
            <a:schemeClr val="accent4"/>
          </a:effectRef>
          <a:fontRef idx="minor">
            <a:schemeClr val="dk1"/>
          </a:fontRef>
        </p:style>
        <p:txBody>
          <a:bodyPr wrap="square" lIns="36000" tIns="36000" rIns="36000" bIns="36000" rtlCol="0" anchor="ctr"/>
          <a:lstStyle/>
          <a:p>
            <a:pPr algn="ctr">
              <a:spcAft>
                <a:spcPts val="600"/>
              </a:spcAft>
            </a:pPr>
            <a:r>
              <a:rPr lang="en-US" sz="1200" b="1" i="1" dirty="0"/>
              <a:t xml:space="preserve">Evidence: </a:t>
            </a:r>
            <a:r>
              <a:rPr lang="en-US" sz="1200" dirty="0"/>
              <a:t>quoted transcript lines for every score</a:t>
            </a:r>
          </a:p>
        </p:txBody>
      </p:sp>
      <p:sp>
        <p:nvSpPr>
          <p:cNvPr id="28" name="Rectangle: Rounded Corners 27">
            <a:extLst>
              <a:ext uri="{FF2B5EF4-FFF2-40B4-BE49-F238E27FC236}">
                <a16:creationId xmlns:a16="http://schemas.microsoft.com/office/drawing/2014/main" id="{4173795E-6E26-5E81-B24D-891CD5B2F458}"/>
              </a:ext>
            </a:extLst>
          </p:cNvPr>
          <p:cNvSpPr/>
          <p:nvPr/>
        </p:nvSpPr>
        <p:spPr bwMode="auto">
          <a:xfrm>
            <a:off x="7740773" y="4110036"/>
            <a:ext cx="3925825" cy="681040"/>
          </a:xfrm>
          <a:prstGeom prst="roundRect">
            <a:avLst>
              <a:gd name="adj" fmla="val 9674"/>
            </a:avLst>
          </a:prstGeom>
          <a:ln/>
        </p:spPr>
        <p:style>
          <a:lnRef idx="2">
            <a:schemeClr val="accent4"/>
          </a:lnRef>
          <a:fillRef idx="1">
            <a:schemeClr val="lt1"/>
          </a:fillRef>
          <a:effectRef idx="0">
            <a:schemeClr val="accent4"/>
          </a:effectRef>
          <a:fontRef idx="minor">
            <a:schemeClr val="dk1"/>
          </a:fontRef>
        </p:style>
        <p:txBody>
          <a:bodyPr wrap="square" lIns="36000" tIns="36000" rIns="36000" bIns="36000" rtlCol="0" anchor="ctr"/>
          <a:lstStyle/>
          <a:p>
            <a:pPr algn="ctr">
              <a:spcAft>
                <a:spcPts val="200"/>
              </a:spcAft>
            </a:pPr>
            <a:r>
              <a:rPr lang="en-US" sz="1200" b="1" i="1" dirty="0"/>
              <a:t xml:space="preserve">Per team: </a:t>
            </a:r>
            <a:r>
              <a:rPr lang="en-US" sz="1200" dirty="0"/>
              <a:t>shared understanding, decisions, role clarity</a:t>
            </a:r>
          </a:p>
        </p:txBody>
      </p:sp>
      <p:sp>
        <p:nvSpPr>
          <p:cNvPr id="33" name="Rectangle: Rounded Corners 32">
            <a:extLst>
              <a:ext uri="{FF2B5EF4-FFF2-40B4-BE49-F238E27FC236}">
                <a16:creationId xmlns:a16="http://schemas.microsoft.com/office/drawing/2014/main" id="{2B7590BC-D2E6-D27D-937B-6D6B48DCE203}"/>
              </a:ext>
            </a:extLst>
          </p:cNvPr>
          <p:cNvSpPr/>
          <p:nvPr/>
        </p:nvSpPr>
        <p:spPr bwMode="auto">
          <a:xfrm>
            <a:off x="3151249" y="4920557"/>
            <a:ext cx="8515350" cy="534592"/>
          </a:xfrm>
          <a:prstGeom prst="roundRect">
            <a:avLst/>
          </a:prstGeom>
          <a:ln/>
        </p:spPr>
        <p:style>
          <a:lnRef idx="2">
            <a:schemeClr val="accent4"/>
          </a:lnRef>
          <a:fillRef idx="1">
            <a:schemeClr val="lt1"/>
          </a:fillRef>
          <a:effectRef idx="0">
            <a:schemeClr val="accent4"/>
          </a:effectRef>
          <a:fontRef idx="minor">
            <a:schemeClr val="dk1"/>
          </a:fontRef>
        </p:style>
        <p:txBody>
          <a:bodyPr wrap="square" lIns="72000" tIns="72000" rIns="72000" bIns="72000" rtlCol="0" anchor="ctr"/>
          <a:lstStyle/>
          <a:p>
            <a:pPr algn="ctr">
              <a:spcAft>
                <a:spcPts val="600"/>
              </a:spcAft>
            </a:pPr>
            <a:r>
              <a:rPr lang="en-US" sz="1600" b="1" i="1" dirty="0"/>
              <a:t xml:space="preserve">Facilitator releases: </a:t>
            </a:r>
            <a:r>
              <a:rPr lang="en-US" sz="1600" dirty="0"/>
              <a:t>reviews AI scores, edits with a reason, shares reports with the agreed audience.</a:t>
            </a:r>
          </a:p>
        </p:txBody>
      </p:sp>
      <p:sp>
        <p:nvSpPr>
          <p:cNvPr id="34" name="Rectangle: Rounded Corners 33">
            <a:extLst>
              <a:ext uri="{FF2B5EF4-FFF2-40B4-BE49-F238E27FC236}">
                <a16:creationId xmlns:a16="http://schemas.microsoft.com/office/drawing/2014/main" id="{C0E2D380-5938-C5D4-36FD-7480CA31316A}"/>
              </a:ext>
            </a:extLst>
          </p:cNvPr>
          <p:cNvSpPr/>
          <p:nvPr/>
        </p:nvSpPr>
        <p:spPr bwMode="auto">
          <a:xfrm>
            <a:off x="3151249" y="5526464"/>
            <a:ext cx="8515350" cy="534592"/>
          </a:xfrm>
          <a:prstGeom prst="roundRect">
            <a:avLst/>
          </a:prstGeom>
          <a:ln/>
        </p:spPr>
        <p:style>
          <a:lnRef idx="2">
            <a:schemeClr val="accent4"/>
          </a:lnRef>
          <a:fillRef idx="1">
            <a:schemeClr val="lt1"/>
          </a:fillRef>
          <a:effectRef idx="0">
            <a:schemeClr val="accent4"/>
          </a:effectRef>
          <a:fontRef idx="minor">
            <a:schemeClr val="dk1"/>
          </a:fontRef>
        </p:style>
        <p:txBody>
          <a:bodyPr wrap="square" lIns="72000" tIns="72000" rIns="72000" bIns="72000" rtlCol="0" anchor="ctr"/>
          <a:lstStyle/>
          <a:p>
            <a:pPr algn="ctr">
              <a:spcAft>
                <a:spcPts val="600"/>
              </a:spcAft>
            </a:pPr>
            <a:r>
              <a:rPr lang="en-US" sz="1600" b="1" i="1" dirty="0"/>
              <a:t xml:space="preserve">Program improves: </a:t>
            </a:r>
            <a:r>
              <a:rPr lang="en-US" sz="1600" dirty="0"/>
              <a:t>cohort trends show which competencies move and shape the next scenario version.</a:t>
            </a:r>
          </a:p>
        </p:txBody>
      </p:sp>
      <p:cxnSp>
        <p:nvCxnSpPr>
          <p:cNvPr id="35" name="Straight Arrow Connector 34">
            <a:extLst>
              <a:ext uri="{FF2B5EF4-FFF2-40B4-BE49-F238E27FC236}">
                <a16:creationId xmlns:a16="http://schemas.microsoft.com/office/drawing/2014/main" id="{9232DA5C-A433-D1B6-F25F-FDFB118CE3FD}"/>
              </a:ext>
            </a:extLst>
          </p:cNvPr>
          <p:cNvCxnSpPr>
            <a:cxnSpLocks/>
            <a:stCxn id="16" idx="3"/>
            <a:endCxn id="25" idx="1"/>
          </p:cNvCxnSpPr>
          <p:nvPr/>
        </p:nvCxnSpPr>
        <p:spPr>
          <a:xfrm>
            <a:off x="2133600" y="4010477"/>
            <a:ext cx="1017649" cy="2379"/>
          </a:xfrm>
          <a:prstGeom prst="straightConnector1">
            <a:avLst/>
          </a:prstGeom>
          <a:ln>
            <a:headEnd type="oval"/>
            <a:tailEnd type="none"/>
          </a:ln>
        </p:spPr>
        <p:style>
          <a:lnRef idx="1">
            <a:schemeClr val="accent5"/>
          </a:lnRef>
          <a:fillRef idx="0">
            <a:schemeClr val="accent5"/>
          </a:fillRef>
          <a:effectRef idx="0">
            <a:schemeClr val="accent5"/>
          </a:effectRef>
          <a:fontRef idx="minor">
            <a:schemeClr val="tx1"/>
          </a:fontRef>
        </p:style>
      </p:cxnSp>
      <p:cxnSp>
        <p:nvCxnSpPr>
          <p:cNvPr id="38" name="Straight Arrow Connector 37">
            <a:extLst>
              <a:ext uri="{FF2B5EF4-FFF2-40B4-BE49-F238E27FC236}">
                <a16:creationId xmlns:a16="http://schemas.microsoft.com/office/drawing/2014/main" id="{DB546577-1013-12A5-280A-AC31F3EC7B39}"/>
              </a:ext>
            </a:extLst>
          </p:cNvPr>
          <p:cNvCxnSpPr>
            <a:cxnSpLocks/>
            <a:stCxn id="17" idx="3"/>
            <a:endCxn id="33" idx="1"/>
          </p:cNvCxnSpPr>
          <p:nvPr/>
        </p:nvCxnSpPr>
        <p:spPr>
          <a:xfrm flipV="1">
            <a:off x="2133599" y="5187853"/>
            <a:ext cx="1017650" cy="267296"/>
          </a:xfrm>
          <a:prstGeom prst="straightConnector1">
            <a:avLst/>
          </a:prstGeom>
          <a:ln>
            <a:headEnd type="oval"/>
            <a:tailEnd type="none"/>
          </a:ln>
        </p:spPr>
        <p:style>
          <a:lnRef idx="1">
            <a:schemeClr val="accent5"/>
          </a:lnRef>
          <a:fillRef idx="0">
            <a:schemeClr val="accent5"/>
          </a:fillRef>
          <a:effectRef idx="0">
            <a:schemeClr val="accent5"/>
          </a:effectRef>
          <a:fontRef idx="minor">
            <a:schemeClr val="tx1"/>
          </a:fontRef>
        </p:style>
      </p:cxnSp>
      <p:cxnSp>
        <p:nvCxnSpPr>
          <p:cNvPr id="41" name="Straight Arrow Connector 40">
            <a:extLst>
              <a:ext uri="{FF2B5EF4-FFF2-40B4-BE49-F238E27FC236}">
                <a16:creationId xmlns:a16="http://schemas.microsoft.com/office/drawing/2014/main" id="{FF13C68F-FEC7-E848-631D-F68EB2F8C805}"/>
              </a:ext>
            </a:extLst>
          </p:cNvPr>
          <p:cNvCxnSpPr>
            <a:cxnSpLocks/>
            <a:stCxn id="17" idx="3"/>
            <a:endCxn id="34" idx="1"/>
          </p:cNvCxnSpPr>
          <p:nvPr/>
        </p:nvCxnSpPr>
        <p:spPr>
          <a:xfrm>
            <a:off x="2133599" y="5455149"/>
            <a:ext cx="1017650" cy="338611"/>
          </a:xfrm>
          <a:prstGeom prst="straightConnector1">
            <a:avLst/>
          </a:prstGeom>
          <a:ln>
            <a:headEnd type="oval"/>
            <a:tailEnd type="none"/>
          </a:ln>
        </p:spPr>
        <p:style>
          <a:lnRef idx="1">
            <a:schemeClr val="accent5"/>
          </a:lnRef>
          <a:fillRef idx="0">
            <a:schemeClr val="accent5"/>
          </a:fillRef>
          <a:effectRef idx="0">
            <a:schemeClr val="accent5"/>
          </a:effectRef>
          <a:fontRef idx="minor">
            <a:schemeClr val="tx1"/>
          </a:fontRef>
        </p:style>
      </p:cxnSp>
      <p:cxnSp>
        <p:nvCxnSpPr>
          <p:cNvPr id="44" name="Straight Arrow Connector 43">
            <a:extLst>
              <a:ext uri="{FF2B5EF4-FFF2-40B4-BE49-F238E27FC236}">
                <a16:creationId xmlns:a16="http://schemas.microsoft.com/office/drawing/2014/main" id="{1A094551-168F-BF1E-7CD1-9E1B4C8D5E6D}"/>
              </a:ext>
            </a:extLst>
          </p:cNvPr>
          <p:cNvCxnSpPr>
            <a:cxnSpLocks/>
            <a:stCxn id="15" idx="3"/>
            <a:endCxn id="22" idx="1"/>
          </p:cNvCxnSpPr>
          <p:nvPr/>
        </p:nvCxnSpPr>
        <p:spPr>
          <a:xfrm>
            <a:off x="2038350" y="2495848"/>
            <a:ext cx="1112899" cy="342010"/>
          </a:xfrm>
          <a:prstGeom prst="straightConnector1">
            <a:avLst/>
          </a:prstGeom>
          <a:ln>
            <a:headEnd type="oval"/>
            <a:tailEnd type="none"/>
          </a:ln>
        </p:spPr>
        <p:style>
          <a:lnRef idx="1">
            <a:schemeClr val="accent5"/>
          </a:lnRef>
          <a:fillRef idx="0">
            <a:schemeClr val="accent5"/>
          </a:fillRef>
          <a:effectRef idx="0">
            <a:schemeClr val="accent5"/>
          </a:effectRef>
          <a:fontRef idx="minor">
            <a:schemeClr val="tx1"/>
          </a:fontRef>
        </p:style>
      </p:cxnSp>
      <p:cxnSp>
        <p:nvCxnSpPr>
          <p:cNvPr id="47" name="Straight Arrow Connector 46">
            <a:extLst>
              <a:ext uri="{FF2B5EF4-FFF2-40B4-BE49-F238E27FC236}">
                <a16:creationId xmlns:a16="http://schemas.microsoft.com/office/drawing/2014/main" id="{2E0A4BC6-3AB0-5F42-D2B6-EB3CA513288F}"/>
              </a:ext>
            </a:extLst>
          </p:cNvPr>
          <p:cNvCxnSpPr>
            <a:cxnSpLocks/>
            <a:stCxn id="15" idx="3"/>
            <a:endCxn id="19" idx="1"/>
          </p:cNvCxnSpPr>
          <p:nvPr/>
        </p:nvCxnSpPr>
        <p:spPr>
          <a:xfrm flipV="1">
            <a:off x="2038350" y="2236889"/>
            <a:ext cx="1112899" cy="258959"/>
          </a:xfrm>
          <a:prstGeom prst="straightConnector1">
            <a:avLst/>
          </a:prstGeom>
          <a:ln>
            <a:headEnd type="oval"/>
            <a:tailEnd type="none"/>
          </a:ln>
        </p:spPr>
        <p:style>
          <a:lnRef idx="1">
            <a:schemeClr val="accent5"/>
          </a:lnRef>
          <a:fillRef idx="0">
            <a:schemeClr val="accent5"/>
          </a:fillRef>
          <a:effectRef idx="0">
            <a:schemeClr val="accent5"/>
          </a:effectRef>
          <a:fontRef idx="minor">
            <a:schemeClr val="tx1"/>
          </a:fontRef>
        </p:style>
      </p:cxnSp>
      <p:cxnSp>
        <p:nvCxnSpPr>
          <p:cNvPr id="51" name="Straight Connector 50">
            <a:extLst>
              <a:ext uri="{FF2B5EF4-FFF2-40B4-BE49-F238E27FC236}">
                <a16:creationId xmlns:a16="http://schemas.microsoft.com/office/drawing/2014/main" id="{FD0998B9-CB95-DC75-AE91-E23F24010A2D}"/>
              </a:ext>
            </a:extLst>
          </p:cNvPr>
          <p:cNvCxnSpPr>
            <a:stCxn id="25" idx="3"/>
            <a:endCxn id="26" idx="1"/>
          </p:cNvCxnSpPr>
          <p:nvPr/>
        </p:nvCxnSpPr>
        <p:spPr>
          <a:xfrm flipV="1">
            <a:off x="6980300" y="3437042"/>
            <a:ext cx="760473" cy="575814"/>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52" name="Straight Connector 51">
            <a:extLst>
              <a:ext uri="{FF2B5EF4-FFF2-40B4-BE49-F238E27FC236}">
                <a16:creationId xmlns:a16="http://schemas.microsoft.com/office/drawing/2014/main" id="{1587CF25-0BBA-B431-C84A-29EB1B14753A}"/>
              </a:ext>
            </a:extLst>
          </p:cNvPr>
          <p:cNvCxnSpPr>
            <a:cxnSpLocks/>
            <a:stCxn id="25" idx="3"/>
            <a:endCxn id="27" idx="1"/>
          </p:cNvCxnSpPr>
          <p:nvPr/>
        </p:nvCxnSpPr>
        <p:spPr>
          <a:xfrm flipV="1">
            <a:off x="6980300" y="3874742"/>
            <a:ext cx="760473" cy="138114"/>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55" name="Straight Connector 54">
            <a:extLst>
              <a:ext uri="{FF2B5EF4-FFF2-40B4-BE49-F238E27FC236}">
                <a16:creationId xmlns:a16="http://schemas.microsoft.com/office/drawing/2014/main" id="{A5988E3A-F5D5-F1E8-B4AE-7CF64EA7A176}"/>
              </a:ext>
            </a:extLst>
          </p:cNvPr>
          <p:cNvCxnSpPr>
            <a:cxnSpLocks/>
            <a:stCxn id="25" idx="3"/>
            <a:endCxn id="28" idx="1"/>
          </p:cNvCxnSpPr>
          <p:nvPr/>
        </p:nvCxnSpPr>
        <p:spPr>
          <a:xfrm>
            <a:off x="6980300" y="4012856"/>
            <a:ext cx="760473" cy="437700"/>
          </a:xfrm>
          <a:prstGeom prst="line">
            <a:avLst/>
          </a:prstGeom>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76758040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D985B-A8AF-2D94-92A0-FE72146BC8C9}"/>
              </a:ext>
            </a:extLst>
          </p:cNvPr>
          <p:cNvSpPr>
            <a:spLocks noGrp="1"/>
          </p:cNvSpPr>
          <p:nvPr>
            <p:ph type="title"/>
          </p:nvPr>
        </p:nvSpPr>
        <p:spPr/>
        <p:txBody>
          <a:bodyPr/>
          <a:lstStyle/>
          <a:p>
            <a:r>
              <a:rPr lang="en-GB"/>
              <a:t>Compared With a Facilitated Workshop, the Simulator Is Repeatable, Consistent and Measured</a:t>
            </a:r>
            <a:endParaRPr lang="en-CH"/>
          </a:p>
        </p:txBody>
      </p:sp>
      <p:sp>
        <p:nvSpPr>
          <p:cNvPr id="4" name="TextBox 3">
            <a:extLst>
              <a:ext uri="{FF2B5EF4-FFF2-40B4-BE49-F238E27FC236}">
                <a16:creationId xmlns:a16="http://schemas.microsoft.com/office/drawing/2014/main" id="{EB233A82-2A8E-2E89-1E51-FC17AE974764}"/>
              </a:ext>
            </a:extLst>
          </p:cNvPr>
          <p:cNvSpPr txBox="1"/>
          <p:nvPr/>
        </p:nvSpPr>
        <p:spPr>
          <a:xfrm>
            <a:off x="458724" y="1574783"/>
            <a:ext cx="11274552" cy="307777"/>
          </a:xfrm>
          <a:prstGeom prst="rect">
            <a:avLst/>
          </a:prstGeom>
          <a:noFill/>
        </p:spPr>
        <p:txBody>
          <a:bodyPr wrap="square" lIns="0">
            <a:spAutoFit/>
          </a:bodyPr>
          <a:lstStyle/>
          <a:p>
            <a:r>
              <a:rPr lang="en-GB" sz="1400"/>
              <a:t>What changes for a program that trains delivery teams on difficult client situations.</a:t>
            </a:r>
            <a:endParaRPr lang="en-CH" sz="1400"/>
          </a:p>
        </p:txBody>
      </p:sp>
      <p:graphicFrame>
        <p:nvGraphicFramePr>
          <p:cNvPr id="5" name="Table 4">
            <a:extLst>
              <a:ext uri="{FF2B5EF4-FFF2-40B4-BE49-F238E27FC236}">
                <a16:creationId xmlns:a16="http://schemas.microsoft.com/office/drawing/2014/main" id="{E77B3A02-45EB-D055-9DD6-FFF5DA3DFCBC}"/>
              </a:ext>
            </a:extLst>
          </p:cNvPr>
          <p:cNvGraphicFramePr>
            <a:graphicFrameLocks noGrp="1"/>
          </p:cNvGraphicFramePr>
          <p:nvPr/>
        </p:nvGraphicFramePr>
        <p:xfrm>
          <a:off x="457199" y="2882096"/>
          <a:ext cx="5428527" cy="3183035"/>
        </p:xfrm>
        <a:graphic>
          <a:graphicData uri="http://schemas.openxmlformats.org/drawingml/2006/table">
            <a:tbl>
              <a:tblPr bandRow="1">
                <a:tableStyleId>{073A0DAA-6AF3-43AB-8588-CEC1D06C72B9}</a:tableStyleId>
              </a:tblPr>
              <a:tblGrid>
                <a:gridCol w="5428527">
                  <a:extLst>
                    <a:ext uri="{9D8B030D-6E8A-4147-A177-3AD203B41FA5}">
                      <a16:colId xmlns:a16="http://schemas.microsoft.com/office/drawing/2014/main" val="4258963640"/>
                    </a:ext>
                  </a:extLst>
                </a:gridCol>
              </a:tblGrid>
              <a:tr h="636607">
                <a:tc>
                  <a:txBody>
                    <a:bodyPr/>
                    <a:lstStyle/>
                    <a:p>
                      <a:r>
                        <a:rPr lang="en-GB" sz="1600" b="1"/>
                        <a:t>Preparation</a:t>
                      </a:r>
                    </a:p>
                    <a:p>
                      <a:r>
                        <a:rPr lang="en-GB" sz="1400"/>
                        <a:t>Significant facilitator and role-player preparation for every workshop</a:t>
                      </a:r>
                      <a:endParaRPr lang="en-CH" sz="1400"/>
                    </a:p>
                  </a:txBody>
                  <a:tcPr/>
                </a:tc>
                <a:extLst>
                  <a:ext uri="{0D108BD9-81ED-4DB2-BD59-A6C34878D82A}">
                    <a16:rowId xmlns:a16="http://schemas.microsoft.com/office/drawing/2014/main" val="2663525454"/>
                  </a:ext>
                </a:extLst>
              </a:tr>
              <a:tr h="636607">
                <a:tc>
                  <a:txBody>
                    <a:bodyPr/>
                    <a:lstStyle/>
                    <a:p>
                      <a:r>
                        <a:rPr lang="en-GB" sz="1600" b="1"/>
                        <a:t>Counterparts</a:t>
                      </a:r>
                      <a:endParaRPr lang="en-CH" sz="1600" b="1"/>
                    </a:p>
                    <a:p>
                      <a:r>
                        <a:rPr lang="en-GB" sz="1400"/>
                        <a:t>Colleagues or paid actors, different every time</a:t>
                      </a:r>
                      <a:endParaRPr lang="en-CH" sz="1400"/>
                    </a:p>
                  </a:txBody>
                  <a:tcPr/>
                </a:tc>
                <a:extLst>
                  <a:ext uri="{0D108BD9-81ED-4DB2-BD59-A6C34878D82A}">
                    <a16:rowId xmlns:a16="http://schemas.microsoft.com/office/drawing/2014/main" val="2844184166"/>
                  </a:ext>
                </a:extLst>
              </a:tr>
              <a:tr h="636607">
                <a:tc>
                  <a:txBody>
                    <a:bodyPr/>
                    <a:lstStyle/>
                    <a:p>
                      <a:r>
                        <a:rPr lang="en-GB" sz="1600" b="1"/>
                        <a:t>Feedback</a:t>
                      </a:r>
                      <a:endParaRPr lang="en-CH" sz="1600" b="1"/>
                    </a:p>
                    <a:p>
                      <a:r>
                        <a:rPr lang="en-GB" sz="1400"/>
                        <a:t>Subjective notes, rarely tied to learning objectives</a:t>
                      </a:r>
                      <a:endParaRPr lang="en-CH" sz="1400"/>
                    </a:p>
                  </a:txBody>
                  <a:tcPr/>
                </a:tc>
                <a:extLst>
                  <a:ext uri="{0D108BD9-81ED-4DB2-BD59-A6C34878D82A}">
                    <a16:rowId xmlns:a16="http://schemas.microsoft.com/office/drawing/2014/main" val="2399259870"/>
                  </a:ext>
                </a:extLst>
              </a:tr>
              <a:tr h="636607">
                <a:tc>
                  <a:txBody>
                    <a:bodyPr/>
                    <a:lstStyle/>
                    <a:p>
                      <a:r>
                        <a:rPr lang="en-GB" sz="1600" b="1"/>
                        <a:t>Frequency</a:t>
                      </a:r>
                      <a:endParaRPr lang="en-CH" sz="1600" b="1"/>
                    </a:p>
                    <a:p>
                      <a:r>
                        <a:rPr lang="en-GB" sz="1400"/>
                        <a:t>Once or twice a year, when a facilitator is free</a:t>
                      </a:r>
                      <a:endParaRPr lang="en-CH" sz="1400"/>
                    </a:p>
                  </a:txBody>
                  <a:tcPr/>
                </a:tc>
                <a:extLst>
                  <a:ext uri="{0D108BD9-81ED-4DB2-BD59-A6C34878D82A}">
                    <a16:rowId xmlns:a16="http://schemas.microsoft.com/office/drawing/2014/main" val="3173704447"/>
                  </a:ext>
                </a:extLst>
              </a:tr>
              <a:tr h="636607">
                <a:tc>
                  <a:txBody>
                    <a:bodyPr/>
                    <a:lstStyle/>
                    <a:p>
                      <a:r>
                        <a:rPr lang="en-GB" sz="1600" b="1"/>
                        <a:t>Measurement</a:t>
                      </a:r>
                      <a:endParaRPr lang="en-CH" sz="1600" b="1"/>
                    </a:p>
                    <a:p>
                      <a:r>
                        <a:rPr lang="en-GB" sz="1400"/>
                        <a:t>Attendance and satisfaction surveys</a:t>
                      </a:r>
                      <a:endParaRPr lang="en-CH" sz="1400"/>
                    </a:p>
                  </a:txBody>
                  <a:tcPr/>
                </a:tc>
                <a:extLst>
                  <a:ext uri="{0D108BD9-81ED-4DB2-BD59-A6C34878D82A}">
                    <a16:rowId xmlns:a16="http://schemas.microsoft.com/office/drawing/2014/main" val="2549191595"/>
                  </a:ext>
                </a:extLst>
              </a:tr>
            </a:tbl>
          </a:graphicData>
        </a:graphic>
      </p:graphicFrame>
      <p:graphicFrame>
        <p:nvGraphicFramePr>
          <p:cNvPr id="9" name="Table 8">
            <a:extLst>
              <a:ext uri="{FF2B5EF4-FFF2-40B4-BE49-F238E27FC236}">
                <a16:creationId xmlns:a16="http://schemas.microsoft.com/office/drawing/2014/main" id="{84B0EB94-3DBB-74AB-AD0B-CF6A2A69F86F}"/>
              </a:ext>
            </a:extLst>
          </p:cNvPr>
          <p:cNvGraphicFramePr>
            <a:graphicFrameLocks noGrp="1"/>
          </p:cNvGraphicFramePr>
          <p:nvPr/>
        </p:nvGraphicFramePr>
        <p:xfrm>
          <a:off x="6691787" y="2882096"/>
          <a:ext cx="5039965" cy="3183035"/>
        </p:xfrm>
        <a:graphic>
          <a:graphicData uri="http://schemas.openxmlformats.org/drawingml/2006/table">
            <a:tbl>
              <a:tblPr bandRow="1">
                <a:tableStyleId>{93296810-A885-4BE3-A3E7-6D5BEEA58F35}</a:tableStyleId>
              </a:tblPr>
              <a:tblGrid>
                <a:gridCol w="5039965">
                  <a:extLst>
                    <a:ext uri="{9D8B030D-6E8A-4147-A177-3AD203B41FA5}">
                      <a16:colId xmlns:a16="http://schemas.microsoft.com/office/drawing/2014/main" val="4258963640"/>
                    </a:ext>
                  </a:extLst>
                </a:gridCol>
              </a:tblGrid>
              <a:tr h="636607">
                <a:tc>
                  <a:txBody>
                    <a:bodyPr/>
                    <a:lstStyle/>
                    <a:p>
                      <a:r>
                        <a:rPr lang="en-GB" sz="1600" b="1"/>
                        <a:t>Preparation</a:t>
                      </a:r>
                    </a:p>
                    <a:p>
                      <a:r>
                        <a:rPr lang="en-GB" sz="1400"/>
                        <a:t>Under 30 minutes; scenarios reused across cohorts</a:t>
                      </a:r>
                      <a:endParaRPr lang="en-CH" sz="1400"/>
                    </a:p>
                  </a:txBody>
                  <a:tcPr/>
                </a:tc>
                <a:extLst>
                  <a:ext uri="{0D108BD9-81ED-4DB2-BD59-A6C34878D82A}">
                    <a16:rowId xmlns:a16="http://schemas.microsoft.com/office/drawing/2014/main" val="2663525454"/>
                  </a:ext>
                </a:extLst>
              </a:tr>
              <a:tr h="636607">
                <a:tc>
                  <a:txBody>
                    <a:bodyPr/>
                    <a:lstStyle/>
                    <a:p>
                      <a:r>
                        <a:rPr lang="en-GB" sz="1600" b="1"/>
                        <a:t>Counterparts</a:t>
                      </a:r>
                      <a:endParaRPr lang="en-CH" sz="1600" b="1"/>
                    </a:p>
                    <a:p>
                      <a:r>
                        <a:rPr lang="en-GB" sz="1400"/>
                        <a:t>AI personas, consistent, with scripted hidden agendas</a:t>
                      </a:r>
                      <a:endParaRPr lang="en-CH" sz="1400"/>
                    </a:p>
                  </a:txBody>
                  <a:tcPr/>
                </a:tc>
                <a:extLst>
                  <a:ext uri="{0D108BD9-81ED-4DB2-BD59-A6C34878D82A}">
                    <a16:rowId xmlns:a16="http://schemas.microsoft.com/office/drawing/2014/main" val="2844184166"/>
                  </a:ext>
                </a:extLst>
              </a:tr>
              <a:tr h="636607">
                <a:tc>
                  <a:txBody>
                    <a:bodyPr/>
                    <a:lstStyle/>
                    <a:p>
                      <a:r>
                        <a:rPr lang="en-GB" sz="1600" b="1"/>
                        <a:t>Feedback</a:t>
                      </a:r>
                      <a:endParaRPr lang="en-CH" sz="1600" b="1"/>
                    </a:p>
                    <a:p>
                      <a:r>
                        <a:rPr lang="en-GB" sz="1400"/>
                        <a:t>Rubric scores with quoted evidence, moderated by a person</a:t>
                      </a:r>
                    </a:p>
                  </a:txBody>
                  <a:tcPr/>
                </a:tc>
                <a:extLst>
                  <a:ext uri="{0D108BD9-81ED-4DB2-BD59-A6C34878D82A}">
                    <a16:rowId xmlns:a16="http://schemas.microsoft.com/office/drawing/2014/main" val="2399259870"/>
                  </a:ext>
                </a:extLst>
              </a:tr>
              <a:tr h="636607">
                <a:tc>
                  <a:txBody>
                    <a:bodyPr/>
                    <a:lstStyle/>
                    <a:p>
                      <a:r>
                        <a:rPr lang="en-GB" sz="1600" b="1"/>
                        <a:t>Frequency</a:t>
                      </a:r>
                      <a:endParaRPr lang="en-CH" sz="1600" b="1"/>
                    </a:p>
                    <a:p>
                      <a:r>
                        <a:rPr lang="en-GB" sz="1400"/>
                        <a:t>On demand; target of 3+ sessions per person per quarter</a:t>
                      </a:r>
                      <a:endParaRPr lang="en-CH" sz="1400"/>
                    </a:p>
                  </a:txBody>
                  <a:tcPr/>
                </a:tc>
                <a:extLst>
                  <a:ext uri="{0D108BD9-81ED-4DB2-BD59-A6C34878D82A}">
                    <a16:rowId xmlns:a16="http://schemas.microsoft.com/office/drawing/2014/main" val="3173704447"/>
                  </a:ext>
                </a:extLst>
              </a:tr>
              <a:tr h="636607">
                <a:tc>
                  <a:txBody>
                    <a:bodyPr/>
                    <a:lstStyle/>
                    <a:p>
                      <a:r>
                        <a:rPr lang="en-GB" sz="1600" b="1"/>
                        <a:t>Measurement</a:t>
                      </a:r>
                      <a:endParaRPr lang="en-CH" sz="1600" b="1"/>
                    </a:p>
                    <a:p>
                      <a:r>
                        <a:rPr lang="en-GB" sz="1400"/>
                        <a:t>Movement on target competencies, by person and cohort</a:t>
                      </a:r>
                      <a:endParaRPr lang="en-CH" sz="1400"/>
                    </a:p>
                  </a:txBody>
                  <a:tcPr/>
                </a:tc>
                <a:extLst>
                  <a:ext uri="{0D108BD9-81ED-4DB2-BD59-A6C34878D82A}">
                    <a16:rowId xmlns:a16="http://schemas.microsoft.com/office/drawing/2014/main" val="2549191595"/>
                  </a:ext>
                </a:extLst>
              </a:tr>
            </a:tbl>
          </a:graphicData>
        </a:graphic>
      </p:graphicFrame>
      <p:sp>
        <p:nvSpPr>
          <p:cNvPr id="10" name="Isosceles Triangle 9">
            <a:extLst>
              <a:ext uri="{FF2B5EF4-FFF2-40B4-BE49-F238E27FC236}">
                <a16:creationId xmlns:a16="http://schemas.microsoft.com/office/drawing/2014/main" id="{B8EBA333-C199-518D-FEFE-99E72BA91D6C}"/>
              </a:ext>
            </a:extLst>
          </p:cNvPr>
          <p:cNvSpPr/>
          <p:nvPr/>
        </p:nvSpPr>
        <p:spPr bwMode="auto">
          <a:xfrm rot="5400000">
            <a:off x="5089180" y="4319724"/>
            <a:ext cx="2459621" cy="307777"/>
          </a:xfrm>
          <a:prstGeom prst="triangle">
            <a:avLst/>
          </a:prstGeom>
          <a:gradFill flip="none" rotWithShape="1">
            <a:gsLst>
              <a:gs pos="34000">
                <a:srgbClr val="210B27"/>
              </a:gs>
              <a:gs pos="69000">
                <a:srgbClr val="241948"/>
              </a:gs>
              <a:gs pos="100000">
                <a:srgbClr val="D01E78"/>
              </a:gs>
            </a:gsLst>
            <a:lin ang="2700000" scaled="1"/>
            <a:tileRect/>
          </a:gradFill>
          <a:ln w="25400">
            <a:no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0" tIns="0" rIns="0" bIns="0" rtlCol="0" anchor="ctr"/>
          <a:lstStyle/>
          <a:p>
            <a:pPr algn="ctr"/>
            <a:endParaRPr lang="en-CH" sz="1400" b="1">
              <a:solidFill>
                <a:schemeClr val="bg1"/>
              </a:solidFill>
              <a:latin typeface="Calibri Light" panose="020F0302020204030204" pitchFamily="34" charset="0"/>
            </a:endParaRPr>
          </a:p>
        </p:txBody>
      </p:sp>
      <p:sp>
        <p:nvSpPr>
          <p:cNvPr id="11" name="Rectangle 10">
            <a:extLst>
              <a:ext uri="{FF2B5EF4-FFF2-40B4-BE49-F238E27FC236}">
                <a16:creationId xmlns:a16="http://schemas.microsoft.com/office/drawing/2014/main" id="{A1FF5D54-E5CC-015F-4B63-BCDBD097C3E9}"/>
              </a:ext>
            </a:extLst>
          </p:cNvPr>
          <p:cNvSpPr/>
          <p:nvPr/>
        </p:nvSpPr>
        <p:spPr bwMode="auto">
          <a:xfrm>
            <a:off x="457199" y="2348060"/>
            <a:ext cx="5428527" cy="348841"/>
          </a:xfrm>
          <a:prstGeom prst="rect">
            <a:avLst/>
          </a:prstGeom>
          <a:gradFill flip="none" rotWithShape="1">
            <a:gsLst>
              <a:gs pos="34000">
                <a:srgbClr val="210B27"/>
              </a:gs>
              <a:gs pos="69000">
                <a:srgbClr val="241948"/>
              </a:gs>
              <a:gs pos="100000">
                <a:srgbClr val="D01E78"/>
              </a:gs>
            </a:gsLst>
            <a:lin ang="2700000" scaled="1"/>
            <a:tileRect/>
          </a:gradFill>
          <a:ln w="25400">
            <a:no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0" tIns="0" rIns="0" bIns="0" rtlCol="0" anchor="ctr"/>
          <a:lstStyle/>
          <a:p>
            <a:pPr algn="ctr"/>
            <a:r>
              <a:rPr lang="en-CH" sz="1400" b="1">
                <a:solidFill>
                  <a:schemeClr val="bg1"/>
                </a:solidFill>
                <a:latin typeface="Calibri Light" panose="020F0302020204030204" pitchFamily="34" charset="0"/>
              </a:rPr>
              <a:t>Today: Facilitated Workshop</a:t>
            </a:r>
          </a:p>
        </p:txBody>
      </p:sp>
      <p:sp>
        <p:nvSpPr>
          <p:cNvPr id="12" name="Rectangle 11">
            <a:extLst>
              <a:ext uri="{FF2B5EF4-FFF2-40B4-BE49-F238E27FC236}">
                <a16:creationId xmlns:a16="http://schemas.microsoft.com/office/drawing/2014/main" id="{FA0ED0DC-CD5E-7F46-9936-C4E8D8DA4BC4}"/>
              </a:ext>
            </a:extLst>
          </p:cNvPr>
          <p:cNvSpPr/>
          <p:nvPr/>
        </p:nvSpPr>
        <p:spPr bwMode="auto">
          <a:xfrm>
            <a:off x="6691787" y="2348060"/>
            <a:ext cx="5039965" cy="348841"/>
          </a:xfrm>
          <a:prstGeom prst="rect">
            <a:avLst/>
          </a:prstGeom>
          <a:gradFill flip="none" rotWithShape="1">
            <a:gsLst>
              <a:gs pos="34000">
                <a:srgbClr val="210B27"/>
              </a:gs>
              <a:gs pos="69000">
                <a:srgbClr val="241948"/>
              </a:gs>
              <a:gs pos="100000">
                <a:srgbClr val="D01E78"/>
              </a:gs>
            </a:gsLst>
            <a:lin ang="2700000" scaled="1"/>
            <a:tileRect/>
          </a:gradFill>
          <a:ln w="25400">
            <a:no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0" tIns="0" rIns="0" bIns="0" rtlCol="0" anchor="ctr"/>
          <a:lstStyle/>
          <a:p>
            <a:pPr algn="ctr"/>
            <a:r>
              <a:rPr lang="en-CH" sz="1400" b="1">
                <a:solidFill>
                  <a:schemeClr val="bg1"/>
                </a:solidFill>
                <a:latin typeface="Calibri Light" panose="020F0302020204030204" pitchFamily="34" charset="0"/>
              </a:rPr>
              <a:t>With AI Coaching RPG</a:t>
            </a:r>
          </a:p>
        </p:txBody>
      </p:sp>
    </p:spTree>
    <p:extLst>
      <p:ext uri="{BB962C8B-B14F-4D97-AF65-F5344CB8AC3E}">
        <p14:creationId xmlns:p14="http://schemas.microsoft.com/office/powerpoint/2010/main" val="377803472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76A9-EE92-7745-BF11-72AF9F515164}"/>
              </a:ext>
            </a:extLst>
          </p:cNvPr>
          <p:cNvSpPr>
            <a:spLocks noGrp="1"/>
          </p:cNvSpPr>
          <p:nvPr>
            <p:ph type="title"/>
          </p:nvPr>
        </p:nvSpPr>
        <p:spPr/>
        <p:txBody>
          <a:bodyPr/>
          <a:lstStyle/>
          <a:p>
            <a:r>
              <a:rPr lang="en-US"/>
              <a:t>Four Architecture Principles Keep the MVP Small and the Path to Enterprise Open</a:t>
            </a:r>
            <a:endParaRPr lang="en-GB"/>
          </a:p>
        </p:txBody>
      </p:sp>
      <p:sp>
        <p:nvSpPr>
          <p:cNvPr id="3" name="Text Placeholder 2">
            <a:extLst>
              <a:ext uri="{FF2B5EF4-FFF2-40B4-BE49-F238E27FC236}">
                <a16:creationId xmlns:a16="http://schemas.microsoft.com/office/drawing/2014/main" id="{8BD94CB3-4C5D-25DF-DC13-E9E7602139D6}"/>
              </a:ext>
            </a:extLst>
          </p:cNvPr>
          <p:cNvSpPr>
            <a:spLocks noGrp="1"/>
          </p:cNvSpPr>
          <p:nvPr>
            <p:ph type="body" sz="quarter" idx="15"/>
          </p:nvPr>
        </p:nvSpPr>
        <p:spPr/>
        <p:txBody>
          <a:bodyPr/>
          <a:lstStyle/>
          <a:p>
            <a:r>
              <a:rPr lang="en-GB"/>
              <a:t>ARCHITECTURE</a:t>
            </a:r>
          </a:p>
        </p:txBody>
      </p:sp>
      <p:sp>
        <p:nvSpPr>
          <p:cNvPr id="68" name="Rectangle 67">
            <a:extLst>
              <a:ext uri="{FF2B5EF4-FFF2-40B4-BE49-F238E27FC236}">
                <a16:creationId xmlns:a16="http://schemas.microsoft.com/office/drawing/2014/main" id="{872C32D7-26D6-3679-E41C-F8CDF8B32569}"/>
              </a:ext>
            </a:extLst>
          </p:cNvPr>
          <p:cNvSpPr/>
          <p:nvPr/>
        </p:nvSpPr>
        <p:spPr bwMode="auto">
          <a:xfrm>
            <a:off x="3338137" y="1682569"/>
            <a:ext cx="2631743" cy="3794760"/>
          </a:xfrm>
          <a:prstGeom prst="rect">
            <a:avLst/>
          </a:prstGeom>
          <a:solidFill>
            <a:schemeClr val="bg1"/>
          </a:solidFill>
          <a:ln>
            <a:gradFill>
              <a:gsLst>
                <a:gs pos="40000">
                  <a:schemeClr val="accent2"/>
                </a:gs>
                <a:gs pos="80000">
                  <a:schemeClr val="accent5"/>
                </a:gs>
                <a:gs pos="100000">
                  <a:schemeClr val="accent4"/>
                </a:gs>
              </a:gsLst>
              <a:lin ang="3600000" scaled="0"/>
            </a:grad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a:ln>
                  <a:noFill/>
                </a:ln>
                <a:solidFill>
                  <a:srgbClr val="FFFFFF"/>
                </a:solidFill>
                <a:effectLst/>
                <a:uLnTx/>
                <a:uFillTx/>
                <a:latin typeface="Calibri Light" panose="020F0302020204030204" pitchFamily="34" charset="0"/>
                <a:ea typeface="Human Sans ExtraLight" charset="0"/>
                <a:cs typeface="Human Sans ExtraLight" charset="0"/>
              </a:rPr>
              <a:t>]]]]</a:t>
            </a:r>
            <a:endParaRPr kumimoji="0" lang="en-US" sz="2400" b="0" i="0" u="none" strike="noStrike" kern="1200" cap="none" spc="0" normalizeH="0" baseline="0" noProof="0">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69" name="Text Placeholder 8">
            <a:extLst>
              <a:ext uri="{FF2B5EF4-FFF2-40B4-BE49-F238E27FC236}">
                <a16:creationId xmlns:a16="http://schemas.microsoft.com/office/drawing/2014/main" id="{172440CE-7902-E5B8-12DE-B4B7CF8167DE}"/>
              </a:ext>
            </a:extLst>
          </p:cNvPr>
          <p:cNvSpPr txBox="1">
            <a:spLocks/>
          </p:cNvSpPr>
          <p:nvPr/>
        </p:nvSpPr>
        <p:spPr>
          <a:xfrm>
            <a:off x="3445735" y="2468880"/>
            <a:ext cx="2416546" cy="3108960"/>
          </a:xfrm>
          <a:prstGeom prst="rect">
            <a:avLst/>
          </a:prstGeom>
        </p:spPr>
        <p:txBody>
          <a:bodyPr vert="horz" wrap="square" lIns="0" tIns="0" rIns="0" bIns="0" rtlCol="0" anchor="t" anchorCtr="0">
            <a:no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lang="en-US" sz="1400" b="0" i="0" kern="1200">
                <a:solidFill>
                  <a:schemeClr val="tx1"/>
                </a:solidFill>
                <a:latin typeface="Calibri Light" panose="020F0302020204030204" pitchFamily="34" charset="0"/>
                <a:ea typeface="Calibri" panose="020F0502020204030204" pitchFamily="34" charset="0"/>
                <a:cs typeface="Calibri Light" panose="020F0302020204030204" pitchFamily="34" charset="0"/>
              </a:defRPr>
            </a:lvl1pPr>
            <a:lvl2pPr marL="182880" indent="-182880" algn="l" defTabSz="914400" rtl="0" eaLnBrk="1" latinLnBrk="0" hangingPunct="1">
              <a:lnSpc>
                <a:spcPct val="100000"/>
              </a:lnSpc>
              <a:spcBef>
                <a:spcPts val="600"/>
              </a:spcBef>
              <a:spcAft>
                <a:spcPts val="0"/>
              </a:spcAft>
              <a:buClr>
                <a:schemeClr val="tx1"/>
              </a:buClr>
              <a:buFont typeface="Arial" panose="020B0604020202020204" pitchFamily="34" charset="0"/>
              <a:buChar char="•"/>
              <a:defRPr lang="en-US" sz="1400" b="0" i="0" kern="1200" dirty="0">
                <a:solidFill>
                  <a:schemeClr val="tx1"/>
                </a:solidFill>
                <a:latin typeface="+mn-lt"/>
                <a:ea typeface="Human Sans"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Font typeface="Courier New" panose="02070309020205020404" pitchFamily="49" charset="0"/>
              <a:buChar char="o"/>
              <a:defRPr lang="en-US" sz="1200" b="0" i="0" kern="1200" dirty="0">
                <a:solidFill>
                  <a:schemeClr val="tx1"/>
                </a:solidFill>
                <a:latin typeface="+mn-lt"/>
                <a:ea typeface="Human Sans"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Every service is a container.</a:t>
            </a:r>
          </a:p>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Six small adapters isolate storage, queue, secrets, identity, models and speech.</a:t>
            </a:r>
          </a:p>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Azure, AWS or GCP by configuration, not code.</a:t>
            </a:r>
          </a:p>
        </p:txBody>
      </p:sp>
      <p:sp>
        <p:nvSpPr>
          <p:cNvPr id="70" name="Text Placeholder 3">
            <a:extLst>
              <a:ext uri="{FF2B5EF4-FFF2-40B4-BE49-F238E27FC236}">
                <a16:creationId xmlns:a16="http://schemas.microsoft.com/office/drawing/2014/main" id="{673F2F64-95BF-09FE-6A4D-6B5DC0697016}"/>
              </a:ext>
            </a:extLst>
          </p:cNvPr>
          <p:cNvSpPr txBox="1">
            <a:spLocks/>
          </p:cNvSpPr>
          <p:nvPr/>
        </p:nvSpPr>
        <p:spPr>
          <a:xfrm>
            <a:off x="3445735" y="1920240"/>
            <a:ext cx="2416546" cy="646331"/>
          </a:xfrm>
          <a:prstGeom prst="rect">
            <a:avLst/>
          </a:prstGeom>
        </p:spPr>
        <p:txBody>
          <a:bodyPr wrap="square" lIns="0" tIns="0" rIns="0" bIns="0">
            <a:sp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accent1"/>
                </a:solidFill>
                <a:latin typeface="+mn-lt"/>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tx1"/>
              </a:buClr>
              <a:buFont typeface="Arial" panose="020B0604020202020204" pitchFamily="34" charset="0"/>
              <a:buChar char="•"/>
              <a:defRPr lang="en-US" sz="1400" b="0" i="0" kern="1200" dirty="0">
                <a:solidFill>
                  <a:schemeClr val="tx1"/>
                </a:solidFill>
                <a:latin typeface="+mn-lt"/>
                <a:ea typeface="Human Sans"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Font typeface="Courier New" panose="02070309020205020404" pitchFamily="49" charset="0"/>
              <a:buChar char="o"/>
              <a:defRPr lang="en-US" sz="1200" b="0" i="0" kern="1200" dirty="0">
                <a:solidFill>
                  <a:schemeClr val="tx1"/>
                </a:solidFill>
                <a:latin typeface="+mn-lt"/>
                <a:ea typeface="Human Sans"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Calibri"/>
                <a:ea typeface="Calibri" panose="020F0502020204030204" pitchFamily="34" charset="0"/>
                <a:cs typeface="Calibri" panose="020F0502020204030204" pitchFamily="34" charset="0"/>
              </a:rPr>
              <a:t>Platform-Agnostic by Design</a:t>
            </a:r>
            <a:endParaRPr kumimoji="0" lang="en-GB" sz="1400" b="1" i="0" u="none" strike="noStrike" kern="1200" cap="none" spc="0" normalizeH="0" baseline="0" noProof="0">
              <a:ln>
                <a:noFill/>
              </a:ln>
              <a:solidFill>
                <a:srgbClr val="000000"/>
              </a:solidFill>
              <a:effectLst/>
              <a:uLnTx/>
              <a:uFillTx/>
              <a:latin typeface="Calibri"/>
              <a:ea typeface="Calibri" panose="020F0502020204030204" pitchFamily="34" charset="0"/>
              <a:cs typeface="Calibri" panose="020F0502020204030204" pitchFamily="34" charset="0"/>
            </a:endParaRPr>
          </a:p>
        </p:txBody>
      </p:sp>
      <p:sp>
        <p:nvSpPr>
          <p:cNvPr id="72" name="TextBox 71">
            <a:extLst>
              <a:ext uri="{FF2B5EF4-FFF2-40B4-BE49-F238E27FC236}">
                <a16:creationId xmlns:a16="http://schemas.microsoft.com/office/drawing/2014/main" id="{FDCE4B57-D153-7EA6-4651-95BD7968A045}"/>
              </a:ext>
            </a:extLst>
          </p:cNvPr>
          <p:cNvSpPr txBox="1"/>
          <p:nvPr/>
        </p:nvSpPr>
        <p:spPr>
          <a:xfrm>
            <a:off x="3445735" y="5029200"/>
            <a:ext cx="2416546" cy="36933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a:ea typeface="Calibri"/>
                <a:cs typeface="Arial"/>
                <a:hlinkClick r:id="rId3">
                  <a:extLst>
                    <a:ext uri="{A12FA001-AC4F-418D-AE19-62706E023703}">
                      <ahyp:hlinkClr xmlns:ahyp="http://schemas.microsoft.com/office/drawing/2018/hyperlinkcolor" val="tx"/>
                    </a:ext>
                  </a:extLst>
                </a:hlinkClick>
              </a:rPr>
              <a:t>Enterprise: Kubernetes in any cloud</a:t>
            </a:r>
          </a:p>
        </p:txBody>
      </p:sp>
      <p:sp>
        <p:nvSpPr>
          <p:cNvPr id="51" name="Rectangle 50">
            <a:extLst>
              <a:ext uri="{FF2B5EF4-FFF2-40B4-BE49-F238E27FC236}">
                <a16:creationId xmlns:a16="http://schemas.microsoft.com/office/drawing/2014/main" id="{F85860F0-2DD7-44EB-9356-7A2C3E5A4372}"/>
              </a:ext>
            </a:extLst>
          </p:cNvPr>
          <p:cNvSpPr/>
          <p:nvPr/>
        </p:nvSpPr>
        <p:spPr bwMode="auto">
          <a:xfrm>
            <a:off x="6219073" y="1682568"/>
            <a:ext cx="2631743" cy="3794760"/>
          </a:xfrm>
          <a:prstGeom prst="rect">
            <a:avLst/>
          </a:prstGeom>
          <a:solidFill>
            <a:schemeClr val="bg1"/>
          </a:solidFill>
          <a:ln>
            <a:gradFill>
              <a:gsLst>
                <a:gs pos="40000">
                  <a:schemeClr val="accent2"/>
                </a:gs>
                <a:gs pos="80000">
                  <a:schemeClr val="accent5"/>
                </a:gs>
                <a:gs pos="100000">
                  <a:schemeClr val="accent4"/>
                </a:gs>
              </a:gsLst>
              <a:lin ang="3600000" scaled="0"/>
            </a:grad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a:ln>
                  <a:noFill/>
                </a:ln>
                <a:solidFill>
                  <a:srgbClr val="FFFFFF"/>
                </a:solidFill>
                <a:effectLst/>
                <a:uLnTx/>
                <a:uFillTx/>
                <a:latin typeface="Calibri Light" panose="020F0302020204030204" pitchFamily="34" charset="0"/>
                <a:ea typeface="Human Sans ExtraLight" charset="0"/>
                <a:cs typeface="Human Sans ExtraLight" charset="0"/>
              </a:rPr>
              <a:t>]]]]</a:t>
            </a:r>
            <a:endParaRPr kumimoji="0" lang="en-US" sz="2400" b="0" i="0" u="none" strike="noStrike" kern="1200" cap="none" spc="0" normalizeH="0" baseline="0" noProof="0">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52" name="Text Placeholder 8">
            <a:extLst>
              <a:ext uri="{FF2B5EF4-FFF2-40B4-BE49-F238E27FC236}">
                <a16:creationId xmlns:a16="http://schemas.microsoft.com/office/drawing/2014/main" id="{41CA8CD5-46C2-DD71-3DA5-874EF2E7E50F}"/>
              </a:ext>
            </a:extLst>
          </p:cNvPr>
          <p:cNvSpPr txBox="1">
            <a:spLocks/>
          </p:cNvSpPr>
          <p:nvPr/>
        </p:nvSpPr>
        <p:spPr>
          <a:xfrm>
            <a:off x="6326672" y="2468880"/>
            <a:ext cx="2416546" cy="3108960"/>
          </a:xfrm>
          <a:prstGeom prst="rect">
            <a:avLst/>
          </a:prstGeom>
        </p:spPr>
        <p:txBody>
          <a:bodyPr vert="horz" wrap="square" lIns="0" tIns="0" rIns="0" bIns="0" rtlCol="0" anchor="t" anchorCtr="0">
            <a:noAutofit/>
          </a:bodyPr>
          <a:lstStyle>
            <a:defPPr>
              <a:defRPr lang="en-US"/>
            </a:defPPr>
            <a:lvl1pPr marR="0" indent="0" defTabSz="457155" fontAlgn="auto">
              <a:lnSpc>
                <a:spcPct val="100000"/>
              </a:lnSpc>
              <a:spcBef>
                <a:spcPts val="0"/>
              </a:spcBef>
              <a:spcAft>
                <a:spcPts val="600"/>
              </a:spcAft>
              <a:buClrTx/>
              <a:buSzTx/>
              <a:buFont typeface="Arial" panose="020B0604020202020204" pitchFamily="34" charset="0"/>
              <a:buNone/>
              <a:tabLst/>
              <a:defRPr sz="1050" b="0" i="0">
                <a:solidFill>
                  <a:srgbClr val="000000"/>
                </a:solidFill>
                <a:latin typeface="Calibri"/>
                <a:ea typeface="Calibri" panose="020F0502020204030204" pitchFamily="34" charset="0"/>
                <a:cs typeface="Calibri Light" panose="020F0302020204030204" pitchFamily="34" charset="0"/>
              </a:defRPr>
            </a:lvl1pPr>
            <a:lvl2pPr marL="182880" indent="-182880">
              <a:lnSpc>
                <a:spcPct val="100000"/>
              </a:lnSpc>
              <a:spcBef>
                <a:spcPts val="600"/>
              </a:spcBef>
              <a:spcAft>
                <a:spcPts val="0"/>
              </a:spcAft>
              <a:buClr>
                <a:schemeClr val="tx1"/>
              </a:buClr>
              <a:buFont typeface="Arial" panose="020B0604020202020204" pitchFamily="34" charset="0"/>
              <a:buChar char="•"/>
              <a:defRPr sz="1400" b="0" i="0">
                <a:ea typeface="Human Sans" charset="0"/>
                <a:cs typeface="Calibri" panose="020F0502020204030204" pitchFamily="34" charset="0"/>
              </a:defRPr>
            </a:lvl2pPr>
            <a:lvl3pPr marL="365760" indent="-182880">
              <a:lnSpc>
                <a:spcPct val="100000"/>
              </a:lnSpc>
              <a:spcBef>
                <a:spcPts val="600"/>
              </a:spcBef>
              <a:spcAft>
                <a:spcPts val="0"/>
              </a:spcAft>
              <a:buFont typeface="Courier New" panose="02070309020205020404" pitchFamily="49" charset="0"/>
              <a:buChar char="o"/>
              <a:defRPr sz="1200" b="0" i="0">
                <a:ea typeface="Human Sans" charset="0"/>
                <a:cs typeface="Calibri" panose="020F0502020204030204" pitchFamily="34" charset="0"/>
              </a:defRPr>
            </a:lvl3pPr>
            <a:lvl4pPr marL="1600200" indent="-228600">
              <a:lnSpc>
                <a:spcPct val="100000"/>
              </a:lnSpc>
              <a:spcBef>
                <a:spcPts val="600"/>
              </a:spcBef>
              <a:spcAft>
                <a:spcPts val="0"/>
              </a:spcAft>
              <a:buFont typeface="Arial" panose="020B0604020202020204" pitchFamily="34" charset="0"/>
              <a:buChar char="•"/>
              <a:defRPr b="0" i="0">
                <a:ea typeface="Calibri" panose="020F0502020204030204" pitchFamily="34" charset="0"/>
                <a:cs typeface="Calibri" panose="020F0502020204030204" pitchFamily="34" charset="0"/>
              </a:defRPr>
            </a:lvl4pPr>
            <a:lvl5pPr marL="2057400" indent="-228600">
              <a:lnSpc>
                <a:spcPct val="100000"/>
              </a:lnSpc>
              <a:spcBef>
                <a:spcPts val="600"/>
              </a:spcBef>
              <a:spcAft>
                <a:spcPts val="0"/>
              </a:spcAft>
              <a:buFont typeface="Arial" panose="020B0604020202020204" pitchFamily="34" charset="0"/>
              <a:buChar char="•"/>
              <a:defRPr b="0" i="0">
                <a:ea typeface="Calibri" panose="020F0502020204030204" pitchFamily="34" charset="0"/>
                <a:cs typeface="Calibri" panose="020F05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Speech-to-text, the model and text-to-speech all stream and overlap.</a:t>
            </a:r>
          </a:p>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The Game Master runs beside the conversation, not in it.</a:t>
            </a:r>
          </a:p>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Target: first NPC audio in about 1 to 1.5 seconds, measured every turn.</a:t>
            </a:r>
          </a:p>
        </p:txBody>
      </p:sp>
      <p:sp>
        <p:nvSpPr>
          <p:cNvPr id="53" name="Text Placeholder 3">
            <a:extLst>
              <a:ext uri="{FF2B5EF4-FFF2-40B4-BE49-F238E27FC236}">
                <a16:creationId xmlns:a16="http://schemas.microsoft.com/office/drawing/2014/main" id="{F69B36CA-0F05-7182-821B-732BA4600B5E}"/>
              </a:ext>
            </a:extLst>
          </p:cNvPr>
          <p:cNvSpPr txBox="1">
            <a:spLocks/>
          </p:cNvSpPr>
          <p:nvPr/>
        </p:nvSpPr>
        <p:spPr>
          <a:xfrm>
            <a:off x="6326672" y="1920240"/>
            <a:ext cx="2416546" cy="646331"/>
          </a:xfrm>
          <a:prstGeom prst="rect">
            <a:avLst/>
          </a:prstGeom>
        </p:spPr>
        <p:txBody>
          <a:bodyPr wrap="square" lIns="0" tIns="0" rIns="0" bIns="0">
            <a:sp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accent1"/>
                </a:solidFill>
                <a:latin typeface="+mn-lt"/>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tx1"/>
              </a:buClr>
              <a:buFont typeface="Arial" panose="020B0604020202020204" pitchFamily="34" charset="0"/>
              <a:buChar char="•"/>
              <a:defRPr lang="en-US" sz="1400" b="0" i="0" kern="1200" dirty="0">
                <a:solidFill>
                  <a:schemeClr val="tx1"/>
                </a:solidFill>
                <a:latin typeface="+mn-lt"/>
                <a:ea typeface="Human Sans"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Font typeface="Courier New" panose="02070309020205020404" pitchFamily="49" charset="0"/>
              <a:buChar char="o"/>
              <a:defRPr lang="en-US" sz="1200" b="0" i="0" kern="1200" dirty="0">
                <a:solidFill>
                  <a:schemeClr val="tx1"/>
                </a:solidFill>
                <a:latin typeface="+mn-lt"/>
                <a:ea typeface="Human Sans"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Calibri"/>
                <a:ea typeface="Calibri" panose="020F0502020204030204" pitchFamily="34" charset="0"/>
                <a:cs typeface="Calibri" panose="020F0502020204030204" pitchFamily="34" charset="0"/>
              </a:rPr>
              <a:t>Voice That Feels Live</a:t>
            </a:r>
            <a:endParaRPr kumimoji="0" lang="en-GB" sz="1400" b="1" i="0" u="none" strike="noStrike" kern="1200" cap="none" spc="0" normalizeH="0" baseline="0" noProof="0">
              <a:ln>
                <a:noFill/>
              </a:ln>
              <a:solidFill>
                <a:srgbClr val="000000"/>
              </a:solidFill>
              <a:effectLst/>
              <a:uLnTx/>
              <a:uFillTx/>
              <a:latin typeface="Calibri"/>
              <a:ea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163D18E3-7308-5B71-8A52-E95E29C90C50}"/>
              </a:ext>
            </a:extLst>
          </p:cNvPr>
          <p:cNvSpPr txBox="1"/>
          <p:nvPr/>
        </p:nvSpPr>
        <p:spPr>
          <a:xfrm>
            <a:off x="6326672" y="5029200"/>
            <a:ext cx="2416546" cy="36933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a:ea typeface="Calibri"/>
                <a:cs typeface="Arial"/>
                <a:hlinkClick r:id="rId6">
                  <a:extLst>
                    <a:ext uri="{A12FA001-AC4F-418D-AE19-62706E023703}">
                      <ahyp:hlinkClr xmlns:ahyp="http://schemas.microsoft.com/office/drawing/2018/hyperlinkcolor" val="tx"/>
                    </a:ext>
                  </a:extLst>
                </a:hlinkClick>
              </a:rPr>
              <a:t>Latency budget instrumented from day one</a:t>
            </a:r>
            <a:endParaRPr kumimoji="0" lang="en-US" sz="800" b="0" i="0" u="none" strike="noStrike" kern="1200" cap="none" spc="0" normalizeH="0" baseline="0" noProof="0">
              <a:ln>
                <a:noFill/>
              </a:ln>
              <a:solidFill>
                <a:srgbClr val="000000"/>
              </a:solidFill>
              <a:effectLst/>
              <a:uLnTx/>
              <a:uFillTx/>
              <a:latin typeface="Calibri"/>
              <a:ea typeface="Calibri"/>
              <a:cs typeface="Arial"/>
            </a:endParaRPr>
          </a:p>
        </p:txBody>
      </p:sp>
      <p:sp>
        <p:nvSpPr>
          <p:cNvPr id="59" name="Rectangle 58">
            <a:extLst>
              <a:ext uri="{FF2B5EF4-FFF2-40B4-BE49-F238E27FC236}">
                <a16:creationId xmlns:a16="http://schemas.microsoft.com/office/drawing/2014/main" id="{FBA888B6-C7C8-3274-746C-B37C9A285E02}"/>
              </a:ext>
            </a:extLst>
          </p:cNvPr>
          <p:cNvSpPr/>
          <p:nvPr/>
        </p:nvSpPr>
        <p:spPr bwMode="auto">
          <a:xfrm>
            <a:off x="457201" y="1682567"/>
            <a:ext cx="2631743" cy="3794760"/>
          </a:xfrm>
          <a:prstGeom prst="rect">
            <a:avLst/>
          </a:prstGeom>
          <a:solidFill>
            <a:schemeClr val="bg1"/>
          </a:solidFill>
          <a:ln>
            <a:gradFill>
              <a:gsLst>
                <a:gs pos="40000">
                  <a:schemeClr val="accent2"/>
                </a:gs>
                <a:gs pos="80000">
                  <a:schemeClr val="accent5"/>
                </a:gs>
                <a:gs pos="100000">
                  <a:schemeClr val="accent4"/>
                </a:gs>
              </a:gsLst>
              <a:lin ang="3600000" scaled="0"/>
            </a:grad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a:ln>
                  <a:noFill/>
                </a:ln>
                <a:solidFill>
                  <a:srgbClr val="FFFFFF"/>
                </a:solidFill>
                <a:effectLst/>
                <a:uLnTx/>
                <a:uFillTx/>
                <a:latin typeface="Calibri Light" panose="020F0302020204030204" pitchFamily="34" charset="0"/>
                <a:ea typeface="Human Sans ExtraLight" charset="0"/>
                <a:cs typeface="Human Sans ExtraLight" charset="0"/>
              </a:rPr>
              <a:t>]]]]</a:t>
            </a:r>
            <a:endParaRPr kumimoji="0" lang="en-US" sz="2400" b="0" i="0" u="none" strike="noStrike" kern="1200" cap="none" spc="0" normalizeH="0" baseline="0" noProof="0">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60" name="Text Placeholder 8">
            <a:extLst>
              <a:ext uri="{FF2B5EF4-FFF2-40B4-BE49-F238E27FC236}">
                <a16:creationId xmlns:a16="http://schemas.microsoft.com/office/drawing/2014/main" id="{E520017E-19FC-C9E5-012E-19D963AF916C}"/>
              </a:ext>
            </a:extLst>
          </p:cNvPr>
          <p:cNvSpPr txBox="1">
            <a:spLocks/>
          </p:cNvSpPr>
          <p:nvPr/>
        </p:nvSpPr>
        <p:spPr>
          <a:xfrm>
            <a:off x="564800" y="2468880"/>
            <a:ext cx="2416546" cy="3108960"/>
          </a:xfrm>
          <a:prstGeom prst="rect">
            <a:avLst/>
          </a:prstGeom>
        </p:spPr>
        <p:txBody>
          <a:bodyPr vert="horz" wrap="square" lIns="0" tIns="0" rIns="0" bIns="0" rtlCol="0" anchor="t" anchorCtr="0">
            <a:no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lang="en-US" sz="1400" b="0" i="0" kern="1200">
                <a:solidFill>
                  <a:schemeClr val="tx1"/>
                </a:solidFill>
                <a:latin typeface="Calibri Light" panose="020F0302020204030204" pitchFamily="34" charset="0"/>
                <a:ea typeface="Calibri" panose="020F0502020204030204" pitchFamily="34" charset="0"/>
                <a:cs typeface="Calibri Light" panose="020F0302020204030204" pitchFamily="34" charset="0"/>
              </a:defRPr>
            </a:lvl1pPr>
            <a:lvl2pPr marL="182880" indent="-182880" algn="l" defTabSz="914400" rtl="0" eaLnBrk="1" latinLnBrk="0" hangingPunct="1">
              <a:lnSpc>
                <a:spcPct val="100000"/>
              </a:lnSpc>
              <a:spcBef>
                <a:spcPts val="600"/>
              </a:spcBef>
              <a:spcAft>
                <a:spcPts val="0"/>
              </a:spcAft>
              <a:buClr>
                <a:schemeClr val="tx1"/>
              </a:buClr>
              <a:buFont typeface="Arial" panose="020B0604020202020204" pitchFamily="34" charset="0"/>
              <a:buChar char="•"/>
              <a:defRPr lang="en-US" sz="1400" b="0" i="0" kern="1200" dirty="0">
                <a:solidFill>
                  <a:schemeClr val="tx1"/>
                </a:solidFill>
                <a:latin typeface="+mn-lt"/>
                <a:ea typeface="Human Sans"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Font typeface="Courier New" panose="02070309020205020404" pitchFamily="49" charset="0"/>
              <a:buChar char="o"/>
              <a:defRPr lang="en-US" sz="1200" b="0" i="0" kern="1200" dirty="0">
                <a:solidFill>
                  <a:schemeClr val="tx1"/>
                </a:solidFill>
                <a:latin typeface="+mn-lt"/>
                <a:ea typeface="Human Sans"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The MVP starts with one command on a single machine.</a:t>
            </a:r>
          </a:p>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Participants join over the LAN or a tunnel.</a:t>
            </a:r>
          </a:p>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Only model and speech calls leave the machine; local models can replace them for offline demos.</a:t>
            </a:r>
          </a:p>
        </p:txBody>
      </p:sp>
      <p:sp>
        <p:nvSpPr>
          <p:cNvPr id="61" name="Text Placeholder 3">
            <a:extLst>
              <a:ext uri="{FF2B5EF4-FFF2-40B4-BE49-F238E27FC236}">
                <a16:creationId xmlns:a16="http://schemas.microsoft.com/office/drawing/2014/main" id="{47727F21-BFC2-47CD-2110-A4910D1A4CF2}"/>
              </a:ext>
            </a:extLst>
          </p:cNvPr>
          <p:cNvSpPr txBox="1">
            <a:spLocks/>
          </p:cNvSpPr>
          <p:nvPr/>
        </p:nvSpPr>
        <p:spPr>
          <a:xfrm>
            <a:off x="564800" y="1920240"/>
            <a:ext cx="2416546" cy="646331"/>
          </a:xfrm>
          <a:prstGeom prst="rect">
            <a:avLst/>
          </a:prstGeom>
        </p:spPr>
        <p:txBody>
          <a:bodyPr wrap="square" lIns="0" tIns="0" rIns="0" bIns="0">
            <a:sp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accent1"/>
                </a:solidFill>
                <a:latin typeface="+mn-lt"/>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tx1"/>
              </a:buClr>
              <a:buFont typeface="Arial" panose="020B0604020202020204" pitchFamily="34" charset="0"/>
              <a:buChar char="•"/>
              <a:defRPr lang="en-US" sz="1400" b="0" i="0" kern="1200" dirty="0">
                <a:solidFill>
                  <a:schemeClr val="tx1"/>
                </a:solidFill>
                <a:latin typeface="+mn-lt"/>
                <a:ea typeface="Human Sans"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Font typeface="Courier New" panose="02070309020205020404" pitchFamily="49" charset="0"/>
              <a:buChar char="o"/>
              <a:defRPr lang="en-US" sz="1200" b="0" i="0" kern="1200" dirty="0">
                <a:solidFill>
                  <a:schemeClr val="tx1"/>
                </a:solidFill>
                <a:latin typeface="+mn-lt"/>
                <a:ea typeface="Human Sans"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Calibri"/>
                <a:ea typeface="Calibri" panose="020F0502020204030204" pitchFamily="34" charset="0"/>
                <a:cs typeface="Calibri" panose="020F0502020204030204" pitchFamily="34" charset="0"/>
              </a:rPr>
              <a:t>Runs on a Laptop First</a:t>
            </a:r>
            <a:endParaRPr kumimoji="0" lang="en-GB" sz="1400" b="1" i="0" u="none" strike="noStrike" kern="1200" cap="none" spc="0" normalizeH="0" baseline="0" noProof="0">
              <a:ln>
                <a:noFill/>
              </a:ln>
              <a:solidFill>
                <a:srgbClr val="000000"/>
              </a:solidFill>
              <a:effectLst/>
              <a:uLnTx/>
              <a:uFillTx/>
              <a:latin typeface="Calibri"/>
              <a:ea typeface="Calibri" panose="020F0502020204030204" pitchFamily="34" charset="0"/>
              <a:cs typeface="Calibri" panose="020F0502020204030204" pitchFamily="34" charset="0"/>
            </a:endParaRPr>
          </a:p>
        </p:txBody>
      </p:sp>
      <p:sp>
        <p:nvSpPr>
          <p:cNvPr id="80" name="TextBox 79">
            <a:extLst>
              <a:ext uri="{FF2B5EF4-FFF2-40B4-BE49-F238E27FC236}">
                <a16:creationId xmlns:a16="http://schemas.microsoft.com/office/drawing/2014/main" id="{D45993C8-3227-0641-87C1-7B7437B28E99}"/>
              </a:ext>
            </a:extLst>
          </p:cNvPr>
          <p:cNvSpPr txBox="1"/>
          <p:nvPr/>
        </p:nvSpPr>
        <p:spPr>
          <a:xfrm>
            <a:off x="564800" y="5029200"/>
            <a:ext cx="2416546" cy="36933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a:ea typeface="Calibri"/>
                <a:cs typeface="Arial"/>
                <a:hlinkClick r:id="rId7">
                  <a:extLst>
                    <a:ext uri="{A12FA001-AC4F-418D-AE19-62706E023703}">
                      <ahyp:hlinkClr xmlns:ahyp="http://schemas.microsoft.com/office/drawing/2018/hyperlinkcolor" val="tx"/>
                    </a:ext>
                  </a:extLst>
                </a:hlinkClick>
              </a:rPr>
              <a:t>MVP: Docker Compose on one machine</a:t>
            </a:r>
            <a:endParaRPr kumimoji="0" lang="en-US" sz="800" b="0" i="0" u="none" strike="noStrike" kern="1200" cap="none" spc="0" normalizeH="0" baseline="0" noProof="0">
              <a:ln>
                <a:noFill/>
              </a:ln>
              <a:solidFill>
                <a:srgbClr val="000000"/>
              </a:solidFill>
              <a:effectLst/>
              <a:uLnTx/>
              <a:uFillTx/>
              <a:latin typeface="Calibri"/>
              <a:ea typeface="Calibri"/>
              <a:cs typeface="Arial"/>
            </a:endParaRPr>
          </a:p>
        </p:txBody>
      </p:sp>
      <p:sp>
        <p:nvSpPr>
          <p:cNvPr id="54" name="Rectangle 53">
            <a:extLst>
              <a:ext uri="{FF2B5EF4-FFF2-40B4-BE49-F238E27FC236}">
                <a16:creationId xmlns:a16="http://schemas.microsoft.com/office/drawing/2014/main" id="{ACD7D845-3895-0962-8251-286907F2F2BC}"/>
              </a:ext>
            </a:extLst>
          </p:cNvPr>
          <p:cNvSpPr/>
          <p:nvPr/>
        </p:nvSpPr>
        <p:spPr bwMode="auto">
          <a:xfrm>
            <a:off x="9100009" y="1682567"/>
            <a:ext cx="2631743" cy="3794760"/>
          </a:xfrm>
          <a:prstGeom prst="rect">
            <a:avLst/>
          </a:prstGeom>
          <a:solidFill>
            <a:schemeClr val="bg1"/>
          </a:solidFill>
          <a:ln>
            <a:gradFill>
              <a:gsLst>
                <a:gs pos="40000">
                  <a:schemeClr val="accent2"/>
                </a:gs>
                <a:gs pos="80000">
                  <a:schemeClr val="accent5"/>
                </a:gs>
                <a:gs pos="100000">
                  <a:schemeClr val="accent4"/>
                </a:gs>
              </a:gsLst>
              <a:lin ang="3600000" scaled="0"/>
            </a:grad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a:ln>
                  <a:noFill/>
                </a:ln>
                <a:solidFill>
                  <a:srgbClr val="FFFFFF"/>
                </a:solidFill>
                <a:effectLst/>
                <a:uLnTx/>
                <a:uFillTx/>
                <a:latin typeface="Calibri Light" panose="020F0302020204030204" pitchFamily="34" charset="0"/>
                <a:ea typeface="Human Sans ExtraLight" charset="0"/>
                <a:cs typeface="Human Sans ExtraLight" charset="0"/>
              </a:rPr>
              <a:t>]]]]</a:t>
            </a:r>
            <a:endParaRPr kumimoji="0" lang="en-US" sz="2400" b="0" i="0" u="none" strike="noStrike" kern="1200" cap="none" spc="0" normalizeH="0" baseline="0" noProof="0">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55" name="Text Placeholder 8">
            <a:extLst>
              <a:ext uri="{FF2B5EF4-FFF2-40B4-BE49-F238E27FC236}">
                <a16:creationId xmlns:a16="http://schemas.microsoft.com/office/drawing/2014/main" id="{DD551301-0C68-8190-3613-C0808A6E39ED}"/>
              </a:ext>
            </a:extLst>
          </p:cNvPr>
          <p:cNvSpPr txBox="1">
            <a:spLocks/>
          </p:cNvSpPr>
          <p:nvPr/>
        </p:nvSpPr>
        <p:spPr>
          <a:xfrm>
            <a:off x="9207608" y="2468880"/>
            <a:ext cx="2416546" cy="3108960"/>
          </a:xfrm>
          <a:prstGeom prst="rect">
            <a:avLst/>
          </a:prstGeom>
        </p:spPr>
        <p:txBody>
          <a:bodyPr vert="horz" wrap="square" lIns="0" tIns="0" rIns="0" bIns="0" rtlCol="0" anchor="t" anchorCtr="0">
            <a:no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lang="en-US" sz="1400" b="0" i="0" kern="1200">
                <a:solidFill>
                  <a:schemeClr val="tx1"/>
                </a:solidFill>
                <a:latin typeface="Calibri Light" panose="020F0302020204030204" pitchFamily="34" charset="0"/>
                <a:ea typeface="Calibri" panose="020F0502020204030204" pitchFamily="34" charset="0"/>
                <a:cs typeface="Calibri Light" panose="020F0302020204030204" pitchFamily="34" charset="0"/>
              </a:defRPr>
            </a:lvl1pPr>
            <a:lvl2pPr marL="182880" indent="-182880" algn="l" defTabSz="914400" rtl="0" eaLnBrk="1" latinLnBrk="0" hangingPunct="1">
              <a:lnSpc>
                <a:spcPct val="100000"/>
              </a:lnSpc>
              <a:spcBef>
                <a:spcPts val="600"/>
              </a:spcBef>
              <a:spcAft>
                <a:spcPts val="0"/>
              </a:spcAft>
              <a:buClr>
                <a:schemeClr val="tx1"/>
              </a:buClr>
              <a:buFont typeface="Arial" panose="020B0604020202020204" pitchFamily="34" charset="0"/>
              <a:buChar char="•"/>
              <a:defRPr lang="en-US" sz="1400" b="0" i="0" kern="1200" dirty="0">
                <a:solidFill>
                  <a:schemeClr val="tx1"/>
                </a:solidFill>
                <a:latin typeface="+mn-lt"/>
                <a:ea typeface="Human Sans"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Font typeface="Courier New" panose="02070309020205020404" pitchFamily="49" charset="0"/>
              <a:buChar char="o"/>
              <a:defRPr lang="en-US" sz="1200" b="0" i="0" kern="1200" dirty="0">
                <a:solidFill>
                  <a:schemeClr val="tx1"/>
                </a:solidFill>
                <a:latin typeface="+mn-lt"/>
                <a:ea typeface="Human Sans"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Dialogue, injects and the 3D scene all run from the author's scenario file.</a:t>
            </a:r>
          </a:p>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L&amp;D owns the content without engineering help.</a:t>
            </a:r>
          </a:p>
          <a:p>
            <a:pPr marL="0" marR="0" lvl="0" indent="0" algn="l" defTabSz="457155"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alibri"/>
                <a:ea typeface="Calibri" panose="020F0502020204030204" pitchFamily="34" charset="0"/>
                <a:cs typeface="Calibri Light" panose="020F0302020204030204" pitchFamily="34" charset="0"/>
              </a:rPr>
              <a:t>Standard formats: YAML scenarios, glTF levels and avatars.</a:t>
            </a:r>
          </a:p>
        </p:txBody>
      </p:sp>
      <p:sp>
        <p:nvSpPr>
          <p:cNvPr id="56" name="Text Placeholder 3">
            <a:extLst>
              <a:ext uri="{FF2B5EF4-FFF2-40B4-BE49-F238E27FC236}">
                <a16:creationId xmlns:a16="http://schemas.microsoft.com/office/drawing/2014/main" id="{58AF84AA-DAC6-C216-6140-FDA6F7D08063}"/>
              </a:ext>
            </a:extLst>
          </p:cNvPr>
          <p:cNvSpPr txBox="1">
            <a:spLocks/>
          </p:cNvSpPr>
          <p:nvPr/>
        </p:nvSpPr>
        <p:spPr>
          <a:xfrm>
            <a:off x="9207608" y="1920240"/>
            <a:ext cx="2416546" cy="646331"/>
          </a:xfrm>
          <a:prstGeom prst="rect">
            <a:avLst/>
          </a:prstGeom>
        </p:spPr>
        <p:txBody>
          <a:bodyPr wrap="square" lIns="0" tIns="0" rIns="0" bIns="0">
            <a:spAutoFit/>
          </a:bodyPr>
          <a:lstStyle>
            <a:defPPr>
              <a:defRPr lang="en-US"/>
            </a:defPPr>
            <a:lvl1pPr marR="0" lvl="0" indent="0" fontAlgn="auto">
              <a:lnSpc>
                <a:spcPct val="100000"/>
              </a:lnSpc>
              <a:spcBef>
                <a:spcPts val="600"/>
              </a:spcBef>
              <a:spcAft>
                <a:spcPts val="0"/>
              </a:spcAft>
              <a:buClrTx/>
              <a:buSzTx/>
              <a:buFont typeface="Arial" panose="020B0604020202020204" pitchFamily="34" charset="0"/>
              <a:buNone/>
              <a:tabLst/>
              <a:defRPr kumimoji="0" sz="1400" b="1" i="0" u="none" strike="noStrike" cap="none" spc="0" normalizeH="0" baseline="0">
                <a:ln>
                  <a:noFill/>
                </a:ln>
                <a:solidFill>
                  <a:srgbClr val="000000"/>
                </a:solidFill>
                <a:effectLst/>
                <a:uLnTx/>
                <a:uFillTx/>
                <a:latin typeface="Calibri"/>
                <a:ea typeface="Calibri" panose="020F0502020204030204" pitchFamily="34" charset="0"/>
                <a:cs typeface="Calibri" panose="020F0502020204030204" pitchFamily="34" charset="0"/>
              </a:defRPr>
            </a:lvl1pPr>
            <a:lvl2pPr marL="182880" indent="-182880">
              <a:lnSpc>
                <a:spcPct val="100000"/>
              </a:lnSpc>
              <a:spcBef>
                <a:spcPts val="600"/>
              </a:spcBef>
              <a:spcAft>
                <a:spcPts val="0"/>
              </a:spcAft>
              <a:buClr>
                <a:schemeClr val="tx1"/>
              </a:buClr>
              <a:buFont typeface="Arial" panose="020B0604020202020204" pitchFamily="34" charset="0"/>
              <a:buChar char="•"/>
              <a:defRPr sz="1400" b="0" i="0">
                <a:ea typeface="Human Sans" charset="0"/>
                <a:cs typeface="Calibri" panose="020F0502020204030204" pitchFamily="34" charset="0"/>
              </a:defRPr>
            </a:lvl2pPr>
            <a:lvl3pPr marL="365760" indent="-182880">
              <a:lnSpc>
                <a:spcPct val="100000"/>
              </a:lnSpc>
              <a:spcBef>
                <a:spcPts val="600"/>
              </a:spcBef>
              <a:spcAft>
                <a:spcPts val="0"/>
              </a:spcAft>
              <a:buFont typeface="Courier New" panose="02070309020205020404" pitchFamily="49" charset="0"/>
              <a:buChar char="o"/>
              <a:defRPr sz="1200" b="0" i="0">
                <a:ea typeface="Human Sans" charset="0"/>
                <a:cs typeface="Calibri" panose="020F0502020204030204" pitchFamily="34" charset="0"/>
              </a:defRPr>
            </a:lvl3pPr>
            <a:lvl4pPr marL="1600200" indent="-228600">
              <a:lnSpc>
                <a:spcPct val="100000"/>
              </a:lnSpc>
              <a:spcBef>
                <a:spcPts val="600"/>
              </a:spcBef>
              <a:spcAft>
                <a:spcPts val="0"/>
              </a:spcAft>
              <a:buFont typeface="Arial" panose="020B0604020202020204" pitchFamily="34" charset="0"/>
              <a:buChar char="•"/>
              <a:defRPr b="0" i="0">
                <a:ea typeface="Calibri" panose="020F0502020204030204" pitchFamily="34" charset="0"/>
                <a:cs typeface="Calibri" panose="020F0502020204030204" pitchFamily="34" charset="0"/>
              </a:defRPr>
            </a:lvl4pPr>
            <a:lvl5pPr marL="2057400" indent="-228600">
              <a:lnSpc>
                <a:spcPct val="100000"/>
              </a:lnSpc>
              <a:spcBef>
                <a:spcPts val="600"/>
              </a:spcBef>
              <a:spcAft>
                <a:spcPts val="0"/>
              </a:spcAft>
              <a:buFont typeface="Arial" panose="020B0604020202020204" pitchFamily="34" charset="0"/>
              <a:buChar char="•"/>
              <a:defRPr b="0" i="0">
                <a:ea typeface="Calibri" panose="020F0502020204030204" pitchFamily="34" charset="0"/>
                <a:cs typeface="Calibri" panose="020F05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Calibri"/>
                <a:ea typeface="Calibri" panose="020F0502020204030204" pitchFamily="34" charset="0"/>
                <a:cs typeface="Calibri" panose="020F0502020204030204" pitchFamily="34" charset="0"/>
              </a:rPr>
              <a:t>The Script Drives Everything</a:t>
            </a:r>
          </a:p>
        </p:txBody>
      </p:sp>
      <p:sp>
        <p:nvSpPr>
          <p:cNvPr id="66" name="TextBox 65">
            <a:extLst>
              <a:ext uri="{FF2B5EF4-FFF2-40B4-BE49-F238E27FC236}">
                <a16:creationId xmlns:a16="http://schemas.microsoft.com/office/drawing/2014/main" id="{43DB36B7-7DD9-BD2C-6210-B6CCB0625E27}"/>
              </a:ext>
            </a:extLst>
          </p:cNvPr>
          <p:cNvSpPr txBox="1"/>
          <p:nvPr/>
        </p:nvSpPr>
        <p:spPr>
          <a:xfrm>
            <a:off x="9207608" y="5029200"/>
            <a:ext cx="2416546" cy="36933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a:ea typeface="Calibri"/>
                <a:cs typeface="Arial"/>
                <a:hlinkClick r:id="rId8">
                  <a:extLst>
                    <a:ext uri="{A12FA001-AC4F-418D-AE19-62706E023703}">
                      <ahyp:hlinkClr xmlns:ahyp="http://schemas.microsoft.com/office/drawing/2018/hyperlinkcolor" val="tx"/>
                    </a:ext>
                  </a:extLst>
                </a:hlinkClick>
              </a:rPr>
              <a:t>One scenario: test-run, pilot, production</a:t>
            </a:r>
            <a:endParaRPr kumimoji="0" lang="en-US" sz="800" b="0" i="0" u="none" strike="noStrike" kern="1200" cap="none" spc="0" normalizeH="0" baseline="0" noProof="0">
              <a:ln>
                <a:noFill/>
              </a:ln>
              <a:solidFill>
                <a:srgbClr val="000000"/>
              </a:solidFill>
              <a:effectLst/>
              <a:uLnTx/>
              <a:uFillTx/>
              <a:latin typeface="Calibri"/>
              <a:ea typeface="Calibri"/>
              <a:cs typeface="Arial"/>
            </a:endParaRPr>
          </a:p>
        </p:txBody>
      </p:sp>
    </p:spTree>
    <p:extLst>
      <p:ext uri="{BB962C8B-B14F-4D97-AF65-F5344CB8AC3E}">
        <p14:creationId xmlns:p14="http://schemas.microsoft.com/office/powerpoint/2010/main" val="247616241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B5967-3084-22F7-C00C-DD011894F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80EF3-9429-C360-6E17-D6231FDA4F76}"/>
              </a:ext>
            </a:extLst>
          </p:cNvPr>
          <p:cNvSpPr>
            <a:spLocks noGrp="1"/>
          </p:cNvSpPr>
          <p:nvPr>
            <p:ph type="title"/>
          </p:nvPr>
        </p:nvSpPr>
        <p:spPr/>
        <p:txBody>
          <a:bodyPr/>
          <a:lstStyle/>
          <a:p>
            <a:r>
              <a:rPr lang="en-GB"/>
              <a:t>A Gated Roadmap: Running Pilot in 13 Weeks, v2 Release in 33 Weeks</a:t>
            </a:r>
            <a:endParaRPr lang="en-CH"/>
          </a:p>
        </p:txBody>
      </p:sp>
      <p:sp>
        <p:nvSpPr>
          <p:cNvPr id="6" name="TextBox 5">
            <a:extLst>
              <a:ext uri="{FF2B5EF4-FFF2-40B4-BE49-F238E27FC236}">
                <a16:creationId xmlns:a16="http://schemas.microsoft.com/office/drawing/2014/main" id="{F4A13A4E-5CD7-B855-4A9E-C0835F699BB1}"/>
              </a:ext>
            </a:extLst>
          </p:cNvPr>
          <p:cNvSpPr txBox="1"/>
          <p:nvPr/>
        </p:nvSpPr>
        <p:spPr>
          <a:xfrm>
            <a:off x="458724" y="1574783"/>
            <a:ext cx="11274552" cy="523220"/>
          </a:xfrm>
          <a:prstGeom prst="rect">
            <a:avLst/>
          </a:prstGeom>
          <a:noFill/>
        </p:spPr>
        <p:txBody>
          <a:bodyPr wrap="square" lIns="0">
            <a:spAutoFit/>
          </a:bodyPr>
          <a:lstStyle/>
          <a:p>
            <a:r>
              <a:rPr lang="en-GB" sz="1400" dirty="0"/>
              <a:t xml:space="preserve">Each phase starts only when the previous gate is met. </a:t>
            </a:r>
            <a:r>
              <a:rPr lang="en-GB" sz="1400" b="1" dirty="0"/>
              <a:t>Durations are indicative</a:t>
            </a:r>
            <a:r>
              <a:rPr lang="en-GB" sz="1400" dirty="0"/>
              <a:t xml:space="preserve"> until the pilot cohort and team size are confirmed.</a:t>
            </a:r>
            <a:endParaRPr lang="en-CH" sz="1400" dirty="0"/>
          </a:p>
        </p:txBody>
      </p:sp>
      <p:sp>
        <p:nvSpPr>
          <p:cNvPr id="9" name="Rectangle: Rounded Corners 8">
            <a:extLst>
              <a:ext uri="{FF2B5EF4-FFF2-40B4-BE49-F238E27FC236}">
                <a16:creationId xmlns:a16="http://schemas.microsoft.com/office/drawing/2014/main" id="{9463BF68-4C46-6CF5-993C-3C16A89A9890}"/>
              </a:ext>
            </a:extLst>
          </p:cNvPr>
          <p:cNvSpPr/>
          <p:nvPr/>
        </p:nvSpPr>
        <p:spPr bwMode="auto">
          <a:xfrm>
            <a:off x="457201" y="2539320"/>
            <a:ext cx="3694833" cy="647455"/>
          </a:xfrm>
          <a:prstGeom prst="roundRect">
            <a:avLst/>
          </a:prstGeom>
          <a:gradFill flip="none" rotWithShape="1">
            <a:gsLst>
              <a:gs pos="34000">
                <a:srgbClr val="210B27"/>
              </a:gs>
              <a:gs pos="69000">
                <a:srgbClr val="241948"/>
              </a:gs>
              <a:gs pos="100000">
                <a:srgbClr val="D01E78"/>
              </a:gs>
            </a:gsLst>
            <a:lin ang="2700000" scaled="1"/>
            <a:tileRect/>
          </a:gradFill>
          <a:ln w="25400">
            <a:no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nchor="t"/>
          <a:lstStyle/>
          <a:p>
            <a:pPr algn="ctr"/>
            <a:r>
              <a:rPr lang="en-GB" sz="1400" b="1">
                <a:solidFill>
                  <a:schemeClr val="bg1"/>
                </a:solidFill>
                <a:latin typeface="Calibri Light" panose="020F0302020204030204" pitchFamily="34" charset="0"/>
              </a:rPr>
              <a:t>Phase 1 — Weeks 1 to 13</a:t>
            </a:r>
            <a:endParaRPr lang="en-CH" sz="1400" b="1">
              <a:solidFill>
                <a:schemeClr val="bg1"/>
              </a:solidFill>
              <a:latin typeface="Calibri Light" panose="020F0302020204030204" pitchFamily="34" charset="0"/>
            </a:endParaRPr>
          </a:p>
          <a:p>
            <a:pPr algn="ctr"/>
            <a:r>
              <a:rPr lang="en-GB" sz="1400" b="1">
                <a:solidFill>
                  <a:schemeClr val="bg1"/>
                </a:solidFill>
                <a:latin typeface="Calibri Light" panose="020F0302020204030204" pitchFamily="34" charset="0"/>
              </a:rPr>
              <a:t>Discovery and MVP Pilot</a:t>
            </a:r>
            <a:endParaRPr lang="en-CH" sz="1400" b="1">
              <a:solidFill>
                <a:schemeClr val="bg1"/>
              </a:solidFill>
              <a:latin typeface="Calibri Light" panose="020F0302020204030204" pitchFamily="34" charset="0"/>
            </a:endParaRPr>
          </a:p>
        </p:txBody>
      </p:sp>
      <p:sp>
        <p:nvSpPr>
          <p:cNvPr id="10" name="Rectangle: Rounded Corners 9">
            <a:extLst>
              <a:ext uri="{FF2B5EF4-FFF2-40B4-BE49-F238E27FC236}">
                <a16:creationId xmlns:a16="http://schemas.microsoft.com/office/drawing/2014/main" id="{D8B25123-2530-5119-159F-B5D300AE49DE}"/>
              </a:ext>
            </a:extLst>
          </p:cNvPr>
          <p:cNvSpPr/>
          <p:nvPr/>
        </p:nvSpPr>
        <p:spPr bwMode="auto">
          <a:xfrm>
            <a:off x="4247060" y="2539320"/>
            <a:ext cx="3694833" cy="647455"/>
          </a:xfrm>
          <a:prstGeom prst="roundRect">
            <a:avLst/>
          </a:prstGeom>
          <a:gradFill flip="none" rotWithShape="1">
            <a:gsLst>
              <a:gs pos="34000">
                <a:srgbClr val="210B27"/>
              </a:gs>
              <a:gs pos="69000">
                <a:srgbClr val="241948"/>
              </a:gs>
              <a:gs pos="100000">
                <a:srgbClr val="D01E78"/>
              </a:gs>
            </a:gsLst>
            <a:lin ang="2700000" scaled="1"/>
            <a:tileRect/>
          </a:gradFill>
          <a:ln w="25400">
            <a:no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nchor="t"/>
          <a:lstStyle/>
          <a:p>
            <a:pPr algn="ctr"/>
            <a:r>
              <a:rPr lang="en-GB" sz="1400" b="1">
                <a:solidFill>
                  <a:schemeClr val="bg1"/>
                </a:solidFill>
                <a:latin typeface="Calibri Light" panose="020F0302020204030204" pitchFamily="34" charset="0"/>
              </a:rPr>
              <a:t>Phase 2 — Weeks 14 to 23</a:t>
            </a:r>
            <a:endParaRPr lang="en-CH" sz="1400" b="1">
              <a:solidFill>
                <a:schemeClr val="bg1"/>
              </a:solidFill>
              <a:latin typeface="Calibri Light" panose="020F0302020204030204" pitchFamily="34" charset="0"/>
            </a:endParaRPr>
          </a:p>
          <a:p>
            <a:pPr algn="ctr"/>
            <a:r>
              <a:rPr lang="en-GB" sz="1400" b="1">
                <a:solidFill>
                  <a:schemeClr val="bg1"/>
                </a:solidFill>
                <a:latin typeface="Calibri Light" panose="020F0302020204030204" pitchFamily="34" charset="0"/>
              </a:rPr>
              <a:t>v1 Release</a:t>
            </a:r>
            <a:endParaRPr lang="en-CH" sz="1400" b="1">
              <a:solidFill>
                <a:schemeClr val="bg1"/>
              </a:solidFill>
              <a:latin typeface="Calibri Light" panose="020F0302020204030204" pitchFamily="34" charset="0"/>
            </a:endParaRPr>
          </a:p>
        </p:txBody>
      </p:sp>
      <p:sp>
        <p:nvSpPr>
          <p:cNvPr id="11" name="Rectangle: Rounded Corners 10">
            <a:extLst>
              <a:ext uri="{FF2B5EF4-FFF2-40B4-BE49-F238E27FC236}">
                <a16:creationId xmlns:a16="http://schemas.microsoft.com/office/drawing/2014/main" id="{1AB466F2-67AE-4E74-0706-1440B3E64DE1}"/>
              </a:ext>
            </a:extLst>
          </p:cNvPr>
          <p:cNvSpPr/>
          <p:nvPr/>
        </p:nvSpPr>
        <p:spPr bwMode="auto">
          <a:xfrm>
            <a:off x="8036920" y="2539320"/>
            <a:ext cx="3694833" cy="647455"/>
          </a:xfrm>
          <a:prstGeom prst="roundRect">
            <a:avLst/>
          </a:prstGeom>
          <a:gradFill flip="none" rotWithShape="1">
            <a:gsLst>
              <a:gs pos="34000">
                <a:srgbClr val="210B27"/>
              </a:gs>
              <a:gs pos="69000">
                <a:srgbClr val="241948"/>
              </a:gs>
              <a:gs pos="100000">
                <a:srgbClr val="D01E78"/>
              </a:gs>
            </a:gsLst>
            <a:lin ang="2700000" scaled="1"/>
            <a:tileRect/>
          </a:gradFill>
          <a:ln w="25400">
            <a:no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nchor="t"/>
          <a:lstStyle/>
          <a:p>
            <a:pPr algn="ctr"/>
            <a:r>
              <a:rPr lang="en-GB" sz="1400" b="1">
                <a:solidFill>
                  <a:schemeClr val="bg1"/>
                </a:solidFill>
                <a:latin typeface="Calibri Light" panose="020F0302020204030204" pitchFamily="34" charset="0"/>
              </a:rPr>
              <a:t>Phase 3 — Weeks 24 to 33</a:t>
            </a:r>
            <a:endParaRPr lang="en-CH" sz="1400" b="1">
              <a:solidFill>
                <a:schemeClr val="bg1"/>
              </a:solidFill>
              <a:latin typeface="Calibri Light" panose="020F0302020204030204" pitchFamily="34" charset="0"/>
            </a:endParaRPr>
          </a:p>
          <a:p>
            <a:pPr algn="ctr"/>
            <a:r>
              <a:rPr lang="en-GB" sz="1400" b="1">
                <a:solidFill>
                  <a:schemeClr val="bg1"/>
                </a:solidFill>
                <a:latin typeface="Calibri Light" panose="020F0302020204030204" pitchFamily="34" charset="0"/>
              </a:rPr>
              <a:t>v2 Release</a:t>
            </a:r>
            <a:endParaRPr lang="en-CH" sz="1400" b="1">
              <a:solidFill>
                <a:schemeClr val="bg1"/>
              </a:solidFill>
              <a:latin typeface="Calibri Light" panose="020F0302020204030204" pitchFamily="34" charset="0"/>
            </a:endParaRPr>
          </a:p>
        </p:txBody>
      </p:sp>
      <p:sp>
        <p:nvSpPr>
          <p:cNvPr id="13" name="Rectangle: Rounded Corners 12">
            <a:extLst>
              <a:ext uri="{FF2B5EF4-FFF2-40B4-BE49-F238E27FC236}">
                <a16:creationId xmlns:a16="http://schemas.microsoft.com/office/drawing/2014/main" id="{5A59E640-F04E-9AB3-4A0A-E2A86766D72B}"/>
              </a:ext>
            </a:extLst>
          </p:cNvPr>
          <p:cNvSpPr/>
          <p:nvPr/>
        </p:nvSpPr>
        <p:spPr bwMode="auto">
          <a:xfrm>
            <a:off x="457201" y="3301279"/>
            <a:ext cx="3694833" cy="2503567"/>
          </a:xfrm>
          <a:prstGeom prst="roundRect">
            <a:avLst>
              <a:gd name="adj" fmla="val 5161"/>
            </a:avLst>
          </a:prstGeom>
          <a:ln/>
        </p:spPr>
        <p:style>
          <a:lnRef idx="2">
            <a:schemeClr val="accent5"/>
          </a:lnRef>
          <a:fillRef idx="1">
            <a:schemeClr val="lt1"/>
          </a:fillRef>
          <a:effectRef idx="0">
            <a:schemeClr val="accent5"/>
          </a:effectRef>
          <a:fontRef idx="minor">
            <a:schemeClr val="dk1"/>
          </a:fontRef>
        </p:style>
        <p:txBody>
          <a:bodyPr wrap="square" lIns="0" tIns="0" rIns="0" bIns="0" rtlCol="0" anchor="t"/>
          <a:lstStyle/>
          <a:p>
            <a:pPr>
              <a:spcAft>
                <a:spcPts val="600"/>
              </a:spcAft>
            </a:pPr>
            <a:r>
              <a:rPr lang="en-GB" sz="1200"/>
              <a:t xml:space="preserve">Prove the core loop </a:t>
            </a:r>
            <a:r>
              <a:rPr lang="en-GB" sz="1200" b="1"/>
              <a:t xml:space="preserve">on a single laptop </a:t>
            </a:r>
            <a:r>
              <a:rPr lang="en-GB" sz="1200"/>
              <a:t>with a real delivery team.</a:t>
            </a:r>
            <a:endParaRPr lang="en-CH" sz="1200"/>
          </a:p>
          <a:p>
            <a:pPr>
              <a:spcAft>
                <a:spcPts val="600"/>
              </a:spcAft>
            </a:pPr>
            <a:r>
              <a:rPr lang="en-GB" sz="1200" b="1">
                <a:solidFill>
                  <a:srgbClr val="D01E78"/>
                </a:solidFill>
              </a:rPr>
              <a:t>Key deliverables:</a:t>
            </a:r>
          </a:p>
          <a:p>
            <a:pPr marL="171450" indent="-171450">
              <a:spcAft>
                <a:spcPts val="600"/>
              </a:spcAft>
              <a:buFont typeface="Arial" panose="020B0604020202020204" pitchFamily="34" charset="0"/>
              <a:buChar char="•"/>
            </a:pPr>
            <a:r>
              <a:rPr lang="en-GB" sz="1200"/>
              <a:t>Pilot cohort, two scenarios and rubrics with L&amp;D</a:t>
            </a:r>
          </a:p>
          <a:p>
            <a:pPr marL="171450" indent="-171450">
              <a:spcAft>
                <a:spcPts val="600"/>
              </a:spcAft>
              <a:buFont typeface="Arial" panose="020B0604020202020204" pitchFamily="34" charset="0"/>
              <a:buChar char="•"/>
            </a:pPr>
            <a:r>
              <a:rPr lang="en-GB" sz="1200"/>
              <a:t>HR and legal sign-off on consent and visibility</a:t>
            </a:r>
          </a:p>
          <a:p>
            <a:pPr marL="171450" indent="-171450">
              <a:spcAft>
                <a:spcPts val="600"/>
              </a:spcAft>
              <a:buFont typeface="Arial" panose="020B0604020202020204" pitchFamily="34" charset="0"/>
              <a:buChar char="•"/>
            </a:pPr>
            <a:r>
              <a:rPr lang="en-GB" sz="1200"/>
              <a:t>Voice sessions with speaker identification</a:t>
            </a:r>
          </a:p>
          <a:p>
            <a:pPr marL="171450" indent="-171450">
              <a:spcAft>
                <a:spcPts val="600"/>
              </a:spcAft>
              <a:buFont typeface="Arial" panose="020B0604020202020204" pitchFamily="34" charset="0"/>
              <a:buChar char="•"/>
            </a:pPr>
            <a:r>
              <a:rPr lang="en-GB" sz="1200"/>
              <a:t>3D scene, AI counterparts, moderated scoring</a:t>
            </a:r>
          </a:p>
        </p:txBody>
      </p:sp>
      <p:sp>
        <p:nvSpPr>
          <p:cNvPr id="14" name="Rectangle: Rounded Corners 13">
            <a:extLst>
              <a:ext uri="{FF2B5EF4-FFF2-40B4-BE49-F238E27FC236}">
                <a16:creationId xmlns:a16="http://schemas.microsoft.com/office/drawing/2014/main" id="{05D9F6F9-39C2-3DAA-8A5D-0A59EB77D05A}"/>
              </a:ext>
            </a:extLst>
          </p:cNvPr>
          <p:cNvSpPr/>
          <p:nvPr/>
        </p:nvSpPr>
        <p:spPr bwMode="auto">
          <a:xfrm>
            <a:off x="4247060" y="3301280"/>
            <a:ext cx="3694833" cy="2503566"/>
          </a:xfrm>
          <a:prstGeom prst="roundRect">
            <a:avLst>
              <a:gd name="adj" fmla="val 4613"/>
            </a:avLst>
          </a:prstGeom>
          <a:ln/>
        </p:spPr>
        <p:style>
          <a:lnRef idx="2">
            <a:schemeClr val="accent5"/>
          </a:lnRef>
          <a:fillRef idx="1">
            <a:schemeClr val="lt1"/>
          </a:fillRef>
          <a:effectRef idx="0">
            <a:schemeClr val="accent5"/>
          </a:effectRef>
          <a:fontRef idx="minor">
            <a:schemeClr val="dk1"/>
          </a:fontRef>
        </p:style>
        <p:txBody>
          <a:bodyPr wrap="square" lIns="0" tIns="0" rIns="0" bIns="0" rtlCol="0" anchor="t"/>
          <a:lstStyle/>
          <a:p>
            <a:pPr>
              <a:spcAft>
                <a:spcPts val="600"/>
              </a:spcAft>
            </a:pPr>
            <a:r>
              <a:rPr lang="en-GB" sz="1200"/>
              <a:t xml:space="preserve">Move to the cloud </a:t>
            </a:r>
            <a:r>
              <a:rPr lang="en-GB" sz="1200" b="1"/>
              <a:t xml:space="preserve">in the client's region </a:t>
            </a:r>
            <a:r>
              <a:rPr lang="en-GB" sz="1200"/>
              <a:t>and into the tools teams already use.</a:t>
            </a:r>
            <a:endParaRPr lang="en-CH" sz="1200" b="1"/>
          </a:p>
          <a:p>
            <a:pPr>
              <a:spcAft>
                <a:spcPts val="600"/>
              </a:spcAft>
            </a:pPr>
            <a:r>
              <a:rPr lang="en-GB" sz="1200" b="1">
                <a:solidFill>
                  <a:srgbClr val="D01E78"/>
                </a:solidFill>
              </a:rPr>
              <a:t>Key deliverables:</a:t>
            </a:r>
          </a:p>
          <a:p>
            <a:pPr marL="171450" indent="-171450">
              <a:spcAft>
                <a:spcPts val="600"/>
              </a:spcAft>
              <a:buFont typeface="Arial" panose="020B0604020202020204" pitchFamily="34" charset="0"/>
              <a:buChar char="•"/>
            </a:pPr>
            <a:r>
              <a:rPr lang="en-GB" sz="1200"/>
              <a:t>Teams integration via meeting bot (Zoom next)</a:t>
            </a:r>
            <a:endParaRPr lang="en-CH" sz="1200"/>
          </a:p>
          <a:p>
            <a:pPr marL="171450" indent="-171450">
              <a:spcAft>
                <a:spcPts val="600"/>
              </a:spcAft>
              <a:buFont typeface="Arial" panose="020B0604020202020204" pitchFamily="34" charset="0"/>
              <a:buChar char="•"/>
            </a:pPr>
            <a:r>
              <a:rPr lang="en-GB" sz="1200"/>
              <a:t>Field-level PII encryption, mTLS and SSO</a:t>
            </a:r>
            <a:endParaRPr lang="en-CH" sz="1200"/>
          </a:p>
          <a:p>
            <a:pPr marL="171450" indent="-171450">
              <a:spcAft>
                <a:spcPts val="600"/>
              </a:spcAft>
              <a:buFont typeface="Arial" panose="020B0604020202020204" pitchFamily="34" charset="0"/>
              <a:buChar char="•"/>
            </a:pPr>
            <a:r>
              <a:rPr lang="en-GB" sz="1200"/>
              <a:t>Form-based authoring studio and admin console</a:t>
            </a:r>
            <a:endParaRPr lang="en-CH" sz="1200"/>
          </a:p>
          <a:p>
            <a:pPr marL="171450" indent="-171450">
              <a:spcAft>
                <a:spcPts val="600"/>
              </a:spcAft>
              <a:buFont typeface="Arial" panose="020B0604020202020204" pitchFamily="34" charset="0"/>
              <a:buChar char="•"/>
            </a:pPr>
            <a:r>
              <a:rPr lang="en-GB" sz="1200"/>
              <a:t>Level and avatar import, transcript playback</a:t>
            </a:r>
            <a:endParaRPr lang="en-CH" sz="1200"/>
          </a:p>
        </p:txBody>
      </p:sp>
      <p:sp>
        <p:nvSpPr>
          <p:cNvPr id="15" name="Rectangle: Rounded Corners 14">
            <a:extLst>
              <a:ext uri="{FF2B5EF4-FFF2-40B4-BE49-F238E27FC236}">
                <a16:creationId xmlns:a16="http://schemas.microsoft.com/office/drawing/2014/main" id="{7FAA801A-7D48-3FA7-5D6B-2B21834C7F13}"/>
              </a:ext>
            </a:extLst>
          </p:cNvPr>
          <p:cNvSpPr/>
          <p:nvPr/>
        </p:nvSpPr>
        <p:spPr bwMode="auto">
          <a:xfrm>
            <a:off x="8036920" y="3301280"/>
            <a:ext cx="3694833" cy="2503566"/>
          </a:xfrm>
          <a:prstGeom prst="roundRect">
            <a:avLst>
              <a:gd name="adj" fmla="val 4339"/>
            </a:avLst>
          </a:prstGeom>
          <a:ln/>
        </p:spPr>
        <p:style>
          <a:lnRef idx="2">
            <a:schemeClr val="accent6"/>
          </a:lnRef>
          <a:fillRef idx="1">
            <a:schemeClr val="lt1"/>
          </a:fillRef>
          <a:effectRef idx="0">
            <a:schemeClr val="accent6"/>
          </a:effectRef>
          <a:fontRef idx="minor">
            <a:schemeClr val="dk1"/>
          </a:fontRef>
        </p:style>
        <p:txBody>
          <a:bodyPr wrap="square" lIns="0" tIns="0" rIns="0" bIns="0" rtlCol="0" anchor="t"/>
          <a:lstStyle/>
          <a:p>
            <a:pPr>
              <a:spcAft>
                <a:spcPts val="600"/>
              </a:spcAft>
            </a:pPr>
            <a:r>
              <a:rPr lang="en-GB" sz="1200"/>
              <a:t xml:space="preserve">Scale </a:t>
            </a:r>
            <a:r>
              <a:rPr lang="en-GB" sz="1200" b="1"/>
              <a:t>across programs, clients and languages</a:t>
            </a:r>
            <a:r>
              <a:rPr lang="en-GB" sz="1200"/>
              <a:t>.</a:t>
            </a:r>
            <a:endParaRPr lang="en-CH" sz="1200"/>
          </a:p>
          <a:p>
            <a:pPr>
              <a:spcAft>
                <a:spcPts val="600"/>
              </a:spcAft>
            </a:pPr>
            <a:r>
              <a:rPr lang="en-CH" sz="1200" b="1">
                <a:solidFill>
                  <a:srgbClr val="D01E78"/>
                </a:solidFill>
              </a:rPr>
              <a:t>Key deliverables:</a:t>
            </a:r>
          </a:p>
          <a:p>
            <a:pPr marL="171450" indent="-171450">
              <a:spcAft>
                <a:spcPts val="600"/>
              </a:spcAft>
              <a:buFont typeface="Arial" panose="020B0604020202020204" pitchFamily="34" charset="0"/>
              <a:buChar char="•"/>
            </a:pPr>
            <a:r>
              <a:rPr lang="en-GB" sz="1200"/>
              <a:t>Branching scripts and evaluator calibration</a:t>
            </a:r>
            <a:endParaRPr lang="en-CH" sz="1200"/>
          </a:p>
          <a:p>
            <a:pPr marL="171450" indent="-171450">
              <a:spcAft>
                <a:spcPts val="600"/>
              </a:spcAft>
              <a:buFont typeface="Arial" panose="020B0604020202020204" pitchFamily="34" charset="0"/>
              <a:buChar char="•"/>
            </a:pPr>
            <a:r>
              <a:rPr lang="en-GB" sz="1200"/>
              <a:t>LMS integration via xAPI</a:t>
            </a:r>
            <a:endParaRPr lang="en-CH" sz="1200"/>
          </a:p>
          <a:p>
            <a:pPr marL="171450" indent="-171450">
              <a:spcAft>
                <a:spcPts val="600"/>
              </a:spcAft>
              <a:buFont typeface="Arial" panose="020B0604020202020204" pitchFamily="34" charset="0"/>
              <a:buChar char="•"/>
            </a:pPr>
            <a:r>
              <a:rPr lang="en-GB" sz="1200"/>
              <a:t>French (Canada) interface and NPCs</a:t>
            </a:r>
            <a:endParaRPr lang="en-CH" sz="1200"/>
          </a:p>
          <a:p>
            <a:pPr marL="171450" indent="-171450">
              <a:spcAft>
                <a:spcPts val="600"/>
              </a:spcAft>
              <a:buFont typeface="Arial" panose="020B0604020202020204" pitchFamily="34" charset="0"/>
              <a:buChar char="•"/>
            </a:pPr>
            <a:r>
              <a:rPr lang="en-GB" sz="1200"/>
              <a:t>SOC 2 readiness</a:t>
            </a:r>
            <a:endParaRPr lang="en-CH" sz="1200"/>
          </a:p>
        </p:txBody>
      </p:sp>
      <p:cxnSp>
        <p:nvCxnSpPr>
          <p:cNvPr id="26" name="Straight Connector 25">
            <a:extLst>
              <a:ext uri="{FF2B5EF4-FFF2-40B4-BE49-F238E27FC236}">
                <a16:creationId xmlns:a16="http://schemas.microsoft.com/office/drawing/2014/main" id="{5B1B74EF-772E-60D2-0602-ACD236AF0D6A}"/>
              </a:ext>
            </a:extLst>
          </p:cNvPr>
          <p:cNvCxnSpPr>
            <a:cxnSpLocks/>
          </p:cNvCxnSpPr>
          <p:nvPr/>
        </p:nvCxnSpPr>
        <p:spPr>
          <a:xfrm>
            <a:off x="457200" y="2391176"/>
            <a:ext cx="11274552" cy="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FC4B2B10-42FB-678A-1E0E-ECE023EC8C7F}"/>
              </a:ext>
            </a:extLst>
          </p:cNvPr>
          <p:cNvSpPr/>
          <p:nvPr/>
        </p:nvSpPr>
        <p:spPr bwMode="auto">
          <a:xfrm>
            <a:off x="457200" y="2335680"/>
            <a:ext cx="101600" cy="101600"/>
          </a:xfrm>
          <a:prstGeom prst="ellipse">
            <a:avLst/>
          </a:prstGeom>
          <a:solidFill>
            <a:srgbClr val="D01E78"/>
          </a:solidFill>
          <a:ln>
            <a:noFill/>
          </a:ln>
          <a:effectLst/>
        </p:spPr>
        <p:txBody>
          <a:bodyPr wrap="square" lIns="0" tIns="0" rIns="0" bIns="0" rtlCol="0" anchor="ctr"/>
          <a:lstStyle/>
          <a:p>
            <a:pPr algn="ctr"/>
            <a:endParaRPr lang="en-CH" sz="2400">
              <a:solidFill>
                <a:schemeClr val="bg1"/>
              </a:solidFill>
              <a:latin typeface="Calibri Light" panose="020F0302020204030204" pitchFamily="34" charset="0"/>
              <a:ea typeface="Human Sans ExtraLight" charset="0"/>
              <a:cs typeface="Human Sans ExtraLight" charset="0"/>
            </a:endParaRPr>
          </a:p>
        </p:txBody>
      </p:sp>
      <p:sp>
        <p:nvSpPr>
          <p:cNvPr id="29" name="TextBox 28">
            <a:extLst>
              <a:ext uri="{FF2B5EF4-FFF2-40B4-BE49-F238E27FC236}">
                <a16:creationId xmlns:a16="http://schemas.microsoft.com/office/drawing/2014/main" id="{507B30A0-37AC-F162-914F-0050472D2AAC}"/>
              </a:ext>
            </a:extLst>
          </p:cNvPr>
          <p:cNvSpPr txBox="1"/>
          <p:nvPr/>
        </p:nvSpPr>
        <p:spPr>
          <a:xfrm>
            <a:off x="457200" y="2159951"/>
            <a:ext cx="322204" cy="169277"/>
          </a:xfrm>
          <a:prstGeom prst="rect">
            <a:avLst/>
          </a:prstGeom>
        </p:spPr>
        <p:txBody>
          <a:bodyPr wrap="none" lIns="0" tIns="0" rIns="0" bIns="0" rtlCol="0">
            <a:spAutoFit/>
          </a:bodyPr>
          <a:lstStyle/>
          <a:p>
            <a:pPr algn="l"/>
            <a:r>
              <a:rPr lang="en-CH" sz="1100">
                <a:solidFill>
                  <a:schemeClr val="bg1">
                    <a:lumMod val="50000"/>
                  </a:schemeClr>
                </a:solidFill>
              </a:rPr>
              <a:t>Week 0</a:t>
            </a:r>
          </a:p>
        </p:txBody>
      </p:sp>
      <p:sp>
        <p:nvSpPr>
          <p:cNvPr id="30" name="Oval 29">
            <a:extLst>
              <a:ext uri="{FF2B5EF4-FFF2-40B4-BE49-F238E27FC236}">
                <a16:creationId xmlns:a16="http://schemas.microsoft.com/office/drawing/2014/main" id="{9464A1A1-3909-FDB1-F50C-525E1523ECA4}"/>
              </a:ext>
            </a:extLst>
          </p:cNvPr>
          <p:cNvSpPr/>
          <p:nvPr/>
        </p:nvSpPr>
        <p:spPr bwMode="auto">
          <a:xfrm>
            <a:off x="4152034" y="2335680"/>
            <a:ext cx="101600" cy="101600"/>
          </a:xfrm>
          <a:prstGeom prst="ellipse">
            <a:avLst/>
          </a:prstGeom>
          <a:solidFill>
            <a:srgbClr val="D01E78"/>
          </a:solidFill>
          <a:ln>
            <a:noFill/>
          </a:ln>
          <a:effectLst/>
        </p:spPr>
        <p:txBody>
          <a:bodyPr wrap="square" lIns="0" tIns="0" rIns="0" bIns="0" rtlCol="0" anchor="ctr"/>
          <a:lstStyle/>
          <a:p>
            <a:pPr algn="ctr"/>
            <a:endParaRPr lang="en-CH" sz="2400">
              <a:solidFill>
                <a:schemeClr val="bg1"/>
              </a:solidFill>
              <a:latin typeface="Calibri Light" panose="020F0302020204030204" pitchFamily="34" charset="0"/>
              <a:ea typeface="Human Sans ExtraLight" charset="0"/>
              <a:cs typeface="Human Sans ExtraLight" charset="0"/>
            </a:endParaRPr>
          </a:p>
        </p:txBody>
      </p:sp>
      <p:sp>
        <p:nvSpPr>
          <p:cNvPr id="31" name="TextBox 30">
            <a:extLst>
              <a:ext uri="{FF2B5EF4-FFF2-40B4-BE49-F238E27FC236}">
                <a16:creationId xmlns:a16="http://schemas.microsoft.com/office/drawing/2014/main" id="{6EAC2E9F-6220-20FC-7667-73EA3A303762}"/>
              </a:ext>
            </a:extLst>
          </p:cNvPr>
          <p:cNvSpPr txBox="1"/>
          <p:nvPr/>
        </p:nvSpPr>
        <p:spPr>
          <a:xfrm>
            <a:off x="3956773" y="2159951"/>
            <a:ext cx="492122" cy="169277"/>
          </a:xfrm>
          <a:prstGeom prst="rect">
            <a:avLst/>
          </a:prstGeom>
        </p:spPr>
        <p:txBody>
          <a:bodyPr wrap="none" lIns="0" tIns="0" rIns="0" bIns="0" rtlCol="0">
            <a:spAutoFit/>
          </a:bodyPr>
          <a:lstStyle/>
          <a:p>
            <a:pPr algn="l"/>
            <a:r>
              <a:rPr lang="en-CH" sz="1100">
                <a:solidFill>
                  <a:schemeClr val="bg1">
                    <a:lumMod val="50000"/>
                  </a:schemeClr>
                </a:solidFill>
              </a:rPr>
              <a:t>Week 13</a:t>
            </a:r>
          </a:p>
        </p:txBody>
      </p:sp>
      <p:sp>
        <p:nvSpPr>
          <p:cNvPr id="32" name="Oval 31">
            <a:extLst>
              <a:ext uri="{FF2B5EF4-FFF2-40B4-BE49-F238E27FC236}">
                <a16:creationId xmlns:a16="http://schemas.microsoft.com/office/drawing/2014/main" id="{49B34FC4-879F-CA3E-07D5-4828BB1094B3}"/>
              </a:ext>
            </a:extLst>
          </p:cNvPr>
          <p:cNvSpPr/>
          <p:nvPr/>
        </p:nvSpPr>
        <p:spPr bwMode="auto">
          <a:xfrm>
            <a:off x="7938368" y="2335680"/>
            <a:ext cx="101600" cy="101600"/>
          </a:xfrm>
          <a:prstGeom prst="ellipse">
            <a:avLst/>
          </a:prstGeom>
          <a:solidFill>
            <a:srgbClr val="D01E78"/>
          </a:solidFill>
          <a:ln>
            <a:noFill/>
          </a:ln>
          <a:effectLst/>
        </p:spPr>
        <p:txBody>
          <a:bodyPr wrap="square" lIns="0" tIns="0" rIns="0" bIns="0" rtlCol="0" anchor="ctr"/>
          <a:lstStyle/>
          <a:p>
            <a:pPr algn="ctr"/>
            <a:endParaRPr lang="en-CH" sz="2400">
              <a:solidFill>
                <a:schemeClr val="bg1"/>
              </a:solidFill>
              <a:latin typeface="Calibri Light" panose="020F0302020204030204" pitchFamily="34" charset="0"/>
              <a:ea typeface="Human Sans ExtraLight" charset="0"/>
              <a:cs typeface="Human Sans ExtraLight" charset="0"/>
            </a:endParaRPr>
          </a:p>
        </p:txBody>
      </p:sp>
      <p:sp>
        <p:nvSpPr>
          <p:cNvPr id="33" name="TextBox 32">
            <a:extLst>
              <a:ext uri="{FF2B5EF4-FFF2-40B4-BE49-F238E27FC236}">
                <a16:creationId xmlns:a16="http://schemas.microsoft.com/office/drawing/2014/main" id="{007F4A53-A266-B3CB-C97E-5D2245C7EBDF}"/>
              </a:ext>
            </a:extLst>
          </p:cNvPr>
          <p:cNvSpPr txBox="1"/>
          <p:nvPr/>
        </p:nvSpPr>
        <p:spPr>
          <a:xfrm>
            <a:off x="7743107" y="2159951"/>
            <a:ext cx="492122" cy="169277"/>
          </a:xfrm>
          <a:prstGeom prst="rect">
            <a:avLst/>
          </a:prstGeom>
        </p:spPr>
        <p:txBody>
          <a:bodyPr wrap="none" lIns="0" tIns="0" rIns="0" bIns="0" rtlCol="0">
            <a:spAutoFit/>
          </a:bodyPr>
          <a:lstStyle/>
          <a:p>
            <a:pPr algn="l"/>
            <a:r>
              <a:rPr lang="en-CH" sz="1100">
                <a:solidFill>
                  <a:schemeClr val="bg1">
                    <a:lumMod val="50000"/>
                  </a:schemeClr>
                </a:solidFill>
              </a:rPr>
              <a:t>Week 23</a:t>
            </a:r>
          </a:p>
        </p:txBody>
      </p:sp>
      <p:sp>
        <p:nvSpPr>
          <p:cNvPr id="34" name="TextBox 33">
            <a:extLst>
              <a:ext uri="{FF2B5EF4-FFF2-40B4-BE49-F238E27FC236}">
                <a16:creationId xmlns:a16="http://schemas.microsoft.com/office/drawing/2014/main" id="{319DC907-70DE-8CA0-D72B-6CE29AFD4931}"/>
              </a:ext>
            </a:extLst>
          </p:cNvPr>
          <p:cNvSpPr txBox="1"/>
          <p:nvPr/>
        </p:nvSpPr>
        <p:spPr>
          <a:xfrm>
            <a:off x="11239630" y="2159951"/>
            <a:ext cx="492122" cy="169277"/>
          </a:xfrm>
          <a:prstGeom prst="rect">
            <a:avLst/>
          </a:prstGeom>
        </p:spPr>
        <p:txBody>
          <a:bodyPr wrap="none" lIns="0" tIns="0" rIns="0" bIns="0" rtlCol="0">
            <a:spAutoFit/>
          </a:bodyPr>
          <a:lstStyle/>
          <a:p>
            <a:pPr algn="l"/>
            <a:r>
              <a:rPr lang="en-CH" sz="1100">
                <a:solidFill>
                  <a:schemeClr val="bg1">
                    <a:lumMod val="50000"/>
                  </a:schemeClr>
                </a:solidFill>
              </a:rPr>
              <a:t>Week 33</a:t>
            </a:r>
          </a:p>
        </p:txBody>
      </p:sp>
      <p:sp>
        <p:nvSpPr>
          <p:cNvPr id="35" name="Oval 34">
            <a:extLst>
              <a:ext uri="{FF2B5EF4-FFF2-40B4-BE49-F238E27FC236}">
                <a16:creationId xmlns:a16="http://schemas.microsoft.com/office/drawing/2014/main" id="{F2F45EC4-DD20-788C-293B-8F95F04972CC}"/>
              </a:ext>
            </a:extLst>
          </p:cNvPr>
          <p:cNvSpPr/>
          <p:nvPr/>
        </p:nvSpPr>
        <p:spPr bwMode="auto">
          <a:xfrm>
            <a:off x="11631594" y="2335680"/>
            <a:ext cx="101600" cy="101600"/>
          </a:xfrm>
          <a:prstGeom prst="ellipse">
            <a:avLst/>
          </a:prstGeom>
          <a:solidFill>
            <a:srgbClr val="D01E78"/>
          </a:solidFill>
          <a:ln>
            <a:noFill/>
          </a:ln>
          <a:effectLst/>
        </p:spPr>
        <p:txBody>
          <a:bodyPr wrap="square" lIns="0" tIns="0" rIns="0" bIns="0" rtlCol="0" anchor="ctr"/>
          <a:lstStyle/>
          <a:p>
            <a:pPr algn="ctr"/>
            <a:endParaRPr lang="en-CH" sz="2400">
              <a:solidFill>
                <a:schemeClr val="bg1"/>
              </a:solidFill>
              <a:latin typeface="Calibri Light" panose="020F0302020204030204" pitchFamily="34" charset="0"/>
              <a:ea typeface="Human Sans ExtraLight" charset="0"/>
              <a:cs typeface="Human Sans ExtraLight" charset="0"/>
            </a:endParaRPr>
          </a:p>
        </p:txBody>
      </p:sp>
      <p:sp>
        <p:nvSpPr>
          <p:cNvPr id="12" name="Rectangle: Rounded Corners 11">
            <a:extLst>
              <a:ext uri="{FF2B5EF4-FFF2-40B4-BE49-F238E27FC236}">
                <a16:creationId xmlns:a16="http://schemas.microsoft.com/office/drawing/2014/main" id="{70B3808F-2D39-0830-3F86-1B7C9DEB7DD2}"/>
              </a:ext>
            </a:extLst>
          </p:cNvPr>
          <p:cNvSpPr/>
          <p:nvPr/>
        </p:nvSpPr>
        <p:spPr bwMode="auto">
          <a:xfrm>
            <a:off x="457200" y="5922625"/>
            <a:ext cx="11274552" cy="447353"/>
          </a:xfrm>
          <a:prstGeom prst="roundRect">
            <a:avLst>
              <a:gd name="adj" fmla="val 16536"/>
            </a:avLst>
          </a:prstGeom>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wrap="square" lIns="0" tIns="0" rIns="0" bIns="0" rtlCol="0" anchor="t"/>
          <a:lstStyle/>
          <a:p>
            <a:pPr algn="ctr"/>
            <a:r>
              <a:rPr lang="en-GB" sz="1200" b="1"/>
              <a:t>Gates to pass</a:t>
            </a:r>
          </a:p>
          <a:p>
            <a:pPr algn="ctr"/>
            <a:r>
              <a:rPr lang="en-GB" sz="1200"/>
              <a:t>Go: cohort and consent approved</a:t>
            </a:r>
            <a:r>
              <a:rPr lang="en-CH" sz="1200"/>
              <a:t xml:space="preserve">  |  </a:t>
            </a:r>
            <a:r>
              <a:rPr lang="de-DE" sz="1200"/>
              <a:t>Pilot: 2 cohorts, usefulness 4/5+, edits under 25%</a:t>
            </a:r>
            <a:r>
              <a:rPr lang="en-CH" sz="1200"/>
              <a:t xml:space="preserve">  |  </a:t>
            </a:r>
            <a:r>
              <a:rPr lang="en-GB" sz="1200"/>
              <a:t>GA: 85% rater agreement, security review passed</a:t>
            </a:r>
            <a:endParaRPr lang="en-CH" sz="1200" b="1"/>
          </a:p>
        </p:txBody>
      </p:sp>
    </p:spTree>
    <p:extLst>
      <p:ext uri="{BB962C8B-B14F-4D97-AF65-F5344CB8AC3E}">
        <p14:creationId xmlns:p14="http://schemas.microsoft.com/office/powerpoint/2010/main" val="2282421257"/>
      </p:ext>
    </p:extLst>
  </p:cSld>
  <p:clrMapOvr>
    <a:masterClrMapping/>
  </p:clrMapOvr>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SDLC Reaches the Pilot Gate 3 Weeks Sooner and v2 19 Weeks Sooner</a:t>
            </a:r>
          </a:p>
        </p:txBody>
      </p:sp>
      <p:sp>
        <p:nvSpPr>
          <p:cNvPr id="3" name="Lead"/>
          <p:cNvSpPr txBox="1"/>
          <p:nvPr/>
        </p:nvSpPr>
        <p:spPr>
          <a:xfrm>
            <a:off x="457200" y="1600200"/>
            <a:ext cx="11247120" cy="548640"/>
          </a:xfrm>
          <a:prstGeom prst="rect">
            <a:avLst/>
          </a:prstGeom>
          <a:noFill/>
        </p:spPr>
        <p:txBody>
          <a:bodyPr wrap="square" lIns="0" rIns="0" tIns="0" bIns="0" anchor="t">
            <a:spAutoFit/>
          </a:bodyPr>
          <a:lstStyle/>
          <a:p>
            <a:pPr algn="l"/>
            <a:r>
              <a:rPr sz="1400" b="0"/>
              <a:t>Same phases and the same gates. Build-heavy phases compress most; discovery, HR and legal sign-off and the pilot cohorts still run on calendar time.</a:t>
            </a:r>
          </a:p>
        </p:txBody>
      </p:sp>
      <p:cxnSp>
        <p:nvCxnSpPr>
          <p:cNvPr id="4" name="Grid wk0"/>
          <p:cNvCxnSpPr/>
          <p:nvPr/>
        </p:nvCxnSpPr>
        <p:spPr>
          <a:xfrm>
            <a:off x="2331720"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Axis wk0"/>
          <p:cNvSpPr txBox="1"/>
          <p:nvPr/>
        </p:nvSpPr>
        <p:spPr>
          <a:xfrm>
            <a:off x="2057400" y="2331720"/>
            <a:ext cx="548640" cy="228600"/>
          </a:xfrm>
          <a:prstGeom prst="rect">
            <a:avLst/>
          </a:prstGeom>
          <a:noFill/>
        </p:spPr>
        <p:txBody>
          <a:bodyPr wrap="square" lIns="0" rIns="0" tIns="0" bIns="0" anchor="t">
            <a:spAutoFit/>
          </a:bodyPr>
          <a:lstStyle/>
          <a:p>
            <a:pPr algn="ctr"/>
            <a:r>
              <a:rPr sz="1000" b="0">
                <a:solidFill>
                  <a:srgbClr val="595959"/>
                </a:solidFill>
              </a:rPr>
              <a:t>Wk 0</a:t>
            </a:r>
          </a:p>
        </p:txBody>
      </p:sp>
      <p:cxnSp>
        <p:nvCxnSpPr>
          <p:cNvPr id="6" name="Grid wk4"/>
          <p:cNvCxnSpPr/>
          <p:nvPr/>
        </p:nvCxnSpPr>
        <p:spPr>
          <a:xfrm>
            <a:off x="3049172"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7" name="Axis wk4"/>
          <p:cNvSpPr txBox="1"/>
          <p:nvPr/>
        </p:nvSpPr>
        <p:spPr>
          <a:xfrm>
            <a:off x="2774852" y="2331720"/>
            <a:ext cx="548640" cy="228600"/>
          </a:xfrm>
          <a:prstGeom prst="rect">
            <a:avLst/>
          </a:prstGeom>
          <a:noFill/>
        </p:spPr>
        <p:txBody>
          <a:bodyPr wrap="square" lIns="0" rIns="0" tIns="0" bIns="0" anchor="t">
            <a:spAutoFit/>
          </a:bodyPr>
          <a:lstStyle/>
          <a:p>
            <a:pPr algn="ctr"/>
            <a:r>
              <a:rPr sz="1000" b="0">
                <a:solidFill>
                  <a:srgbClr val="595959"/>
                </a:solidFill>
              </a:rPr>
              <a:t>Wk 4</a:t>
            </a:r>
          </a:p>
        </p:txBody>
      </p:sp>
      <p:cxnSp>
        <p:nvCxnSpPr>
          <p:cNvPr id="8" name="Grid wk8"/>
          <p:cNvCxnSpPr/>
          <p:nvPr/>
        </p:nvCxnSpPr>
        <p:spPr>
          <a:xfrm>
            <a:off x="3766624"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Axis wk8"/>
          <p:cNvSpPr txBox="1"/>
          <p:nvPr/>
        </p:nvSpPr>
        <p:spPr>
          <a:xfrm>
            <a:off x="3492304" y="2331720"/>
            <a:ext cx="548640" cy="228600"/>
          </a:xfrm>
          <a:prstGeom prst="rect">
            <a:avLst/>
          </a:prstGeom>
          <a:noFill/>
        </p:spPr>
        <p:txBody>
          <a:bodyPr wrap="square" lIns="0" rIns="0" tIns="0" bIns="0" anchor="t">
            <a:spAutoFit/>
          </a:bodyPr>
          <a:lstStyle/>
          <a:p>
            <a:pPr algn="ctr"/>
            <a:r>
              <a:rPr sz="1000" b="0">
                <a:solidFill>
                  <a:srgbClr val="595959"/>
                </a:solidFill>
              </a:rPr>
              <a:t>Wk 8</a:t>
            </a:r>
          </a:p>
        </p:txBody>
      </p:sp>
      <p:cxnSp>
        <p:nvCxnSpPr>
          <p:cNvPr id="10" name="Grid wk12"/>
          <p:cNvCxnSpPr/>
          <p:nvPr/>
        </p:nvCxnSpPr>
        <p:spPr>
          <a:xfrm>
            <a:off x="4484076"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1" name="Axis wk12"/>
          <p:cNvSpPr txBox="1"/>
          <p:nvPr/>
        </p:nvSpPr>
        <p:spPr>
          <a:xfrm>
            <a:off x="4209756" y="2331720"/>
            <a:ext cx="548640" cy="228600"/>
          </a:xfrm>
          <a:prstGeom prst="rect">
            <a:avLst/>
          </a:prstGeom>
          <a:noFill/>
        </p:spPr>
        <p:txBody>
          <a:bodyPr wrap="square" lIns="0" rIns="0" tIns="0" bIns="0" anchor="t">
            <a:spAutoFit/>
          </a:bodyPr>
          <a:lstStyle/>
          <a:p>
            <a:pPr algn="ctr"/>
            <a:r>
              <a:rPr sz="1000" b="0">
                <a:solidFill>
                  <a:srgbClr val="595959"/>
                </a:solidFill>
              </a:rPr>
              <a:t>Wk 12</a:t>
            </a:r>
          </a:p>
        </p:txBody>
      </p:sp>
      <p:cxnSp>
        <p:nvCxnSpPr>
          <p:cNvPr id="12" name="Grid wk16"/>
          <p:cNvCxnSpPr/>
          <p:nvPr/>
        </p:nvCxnSpPr>
        <p:spPr>
          <a:xfrm>
            <a:off x="5201529"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3" name="Axis wk16"/>
          <p:cNvSpPr txBox="1"/>
          <p:nvPr/>
        </p:nvSpPr>
        <p:spPr>
          <a:xfrm>
            <a:off x="4927209" y="2331720"/>
            <a:ext cx="548640" cy="228600"/>
          </a:xfrm>
          <a:prstGeom prst="rect">
            <a:avLst/>
          </a:prstGeom>
          <a:noFill/>
        </p:spPr>
        <p:txBody>
          <a:bodyPr wrap="square" lIns="0" rIns="0" tIns="0" bIns="0" anchor="t">
            <a:spAutoFit/>
          </a:bodyPr>
          <a:lstStyle/>
          <a:p>
            <a:pPr algn="ctr"/>
            <a:r>
              <a:rPr sz="1000" b="0">
                <a:solidFill>
                  <a:srgbClr val="595959"/>
                </a:solidFill>
              </a:rPr>
              <a:t>Wk 16</a:t>
            </a:r>
          </a:p>
        </p:txBody>
      </p:sp>
      <p:cxnSp>
        <p:nvCxnSpPr>
          <p:cNvPr id="14" name="Grid wk20"/>
          <p:cNvCxnSpPr/>
          <p:nvPr/>
        </p:nvCxnSpPr>
        <p:spPr>
          <a:xfrm>
            <a:off x="5918981"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Axis wk20"/>
          <p:cNvSpPr txBox="1"/>
          <p:nvPr/>
        </p:nvSpPr>
        <p:spPr>
          <a:xfrm>
            <a:off x="5644661" y="2331720"/>
            <a:ext cx="548640" cy="228600"/>
          </a:xfrm>
          <a:prstGeom prst="rect">
            <a:avLst/>
          </a:prstGeom>
          <a:noFill/>
        </p:spPr>
        <p:txBody>
          <a:bodyPr wrap="square" lIns="0" rIns="0" tIns="0" bIns="0" anchor="t">
            <a:spAutoFit/>
          </a:bodyPr>
          <a:lstStyle/>
          <a:p>
            <a:pPr algn="ctr"/>
            <a:r>
              <a:rPr sz="1000" b="0">
                <a:solidFill>
                  <a:srgbClr val="595959"/>
                </a:solidFill>
              </a:rPr>
              <a:t>Wk 20</a:t>
            </a:r>
          </a:p>
        </p:txBody>
      </p:sp>
      <p:cxnSp>
        <p:nvCxnSpPr>
          <p:cNvPr id="16" name="Grid wk24"/>
          <p:cNvCxnSpPr/>
          <p:nvPr/>
        </p:nvCxnSpPr>
        <p:spPr>
          <a:xfrm>
            <a:off x="6636433"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Axis wk24"/>
          <p:cNvSpPr txBox="1"/>
          <p:nvPr/>
        </p:nvSpPr>
        <p:spPr>
          <a:xfrm>
            <a:off x="6362113" y="2331720"/>
            <a:ext cx="548640" cy="228600"/>
          </a:xfrm>
          <a:prstGeom prst="rect">
            <a:avLst/>
          </a:prstGeom>
          <a:noFill/>
        </p:spPr>
        <p:txBody>
          <a:bodyPr wrap="square" lIns="0" rIns="0" tIns="0" bIns="0" anchor="t">
            <a:spAutoFit/>
          </a:bodyPr>
          <a:lstStyle/>
          <a:p>
            <a:pPr algn="ctr"/>
            <a:r>
              <a:rPr sz="1000" b="0">
                <a:solidFill>
                  <a:srgbClr val="595959"/>
                </a:solidFill>
              </a:rPr>
              <a:t>Wk 24</a:t>
            </a:r>
          </a:p>
        </p:txBody>
      </p:sp>
      <p:cxnSp>
        <p:nvCxnSpPr>
          <p:cNvPr id="18" name="Grid wk28"/>
          <p:cNvCxnSpPr/>
          <p:nvPr/>
        </p:nvCxnSpPr>
        <p:spPr>
          <a:xfrm>
            <a:off x="7353886"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Axis wk28"/>
          <p:cNvSpPr txBox="1"/>
          <p:nvPr/>
        </p:nvSpPr>
        <p:spPr>
          <a:xfrm>
            <a:off x="7079566" y="2331720"/>
            <a:ext cx="548640" cy="228600"/>
          </a:xfrm>
          <a:prstGeom prst="rect">
            <a:avLst/>
          </a:prstGeom>
          <a:noFill/>
        </p:spPr>
        <p:txBody>
          <a:bodyPr wrap="square" lIns="0" rIns="0" tIns="0" bIns="0" anchor="t">
            <a:spAutoFit/>
          </a:bodyPr>
          <a:lstStyle/>
          <a:p>
            <a:pPr algn="ctr"/>
            <a:r>
              <a:rPr sz="1000" b="0">
                <a:solidFill>
                  <a:srgbClr val="595959"/>
                </a:solidFill>
              </a:rPr>
              <a:t>Wk 28</a:t>
            </a:r>
          </a:p>
        </p:txBody>
      </p:sp>
      <p:cxnSp>
        <p:nvCxnSpPr>
          <p:cNvPr id="20" name="Grid wk32"/>
          <p:cNvCxnSpPr/>
          <p:nvPr/>
        </p:nvCxnSpPr>
        <p:spPr>
          <a:xfrm>
            <a:off x="8071338"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Axis wk32"/>
          <p:cNvSpPr txBox="1"/>
          <p:nvPr/>
        </p:nvSpPr>
        <p:spPr>
          <a:xfrm>
            <a:off x="7797018" y="2331720"/>
            <a:ext cx="548640" cy="228600"/>
          </a:xfrm>
          <a:prstGeom prst="rect">
            <a:avLst/>
          </a:prstGeom>
          <a:noFill/>
        </p:spPr>
        <p:txBody>
          <a:bodyPr wrap="square" lIns="0" rIns="0" tIns="0" bIns="0" anchor="t">
            <a:spAutoFit/>
          </a:bodyPr>
          <a:lstStyle/>
          <a:p>
            <a:pPr algn="ctr"/>
            <a:r>
              <a:rPr sz="1000" b="0">
                <a:solidFill>
                  <a:srgbClr val="595959"/>
                </a:solidFill>
              </a:rPr>
              <a:t>Wk 32</a:t>
            </a:r>
          </a:p>
        </p:txBody>
      </p:sp>
      <p:cxnSp>
        <p:nvCxnSpPr>
          <p:cNvPr id="22" name="Grid wk36"/>
          <p:cNvCxnSpPr/>
          <p:nvPr/>
        </p:nvCxnSpPr>
        <p:spPr>
          <a:xfrm>
            <a:off x="8788790"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Axis wk36"/>
          <p:cNvSpPr txBox="1"/>
          <p:nvPr/>
        </p:nvSpPr>
        <p:spPr>
          <a:xfrm>
            <a:off x="8514470" y="2331720"/>
            <a:ext cx="548640" cy="228600"/>
          </a:xfrm>
          <a:prstGeom prst="rect">
            <a:avLst/>
          </a:prstGeom>
          <a:noFill/>
        </p:spPr>
        <p:txBody>
          <a:bodyPr wrap="square" lIns="0" rIns="0" tIns="0" bIns="0" anchor="t">
            <a:spAutoFit/>
          </a:bodyPr>
          <a:lstStyle/>
          <a:p>
            <a:pPr algn="ctr"/>
            <a:r>
              <a:rPr sz="1000" b="0">
                <a:solidFill>
                  <a:srgbClr val="595959"/>
                </a:solidFill>
              </a:rPr>
              <a:t>Wk 36</a:t>
            </a:r>
          </a:p>
        </p:txBody>
      </p:sp>
      <p:cxnSp>
        <p:nvCxnSpPr>
          <p:cNvPr id="24" name="Grid wk40"/>
          <p:cNvCxnSpPr/>
          <p:nvPr/>
        </p:nvCxnSpPr>
        <p:spPr>
          <a:xfrm>
            <a:off x="9506243"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5" name="Axis wk40"/>
          <p:cNvSpPr txBox="1"/>
          <p:nvPr/>
        </p:nvSpPr>
        <p:spPr>
          <a:xfrm>
            <a:off x="9231923" y="2331720"/>
            <a:ext cx="548640" cy="228600"/>
          </a:xfrm>
          <a:prstGeom prst="rect">
            <a:avLst/>
          </a:prstGeom>
          <a:noFill/>
        </p:spPr>
        <p:txBody>
          <a:bodyPr wrap="square" lIns="0" rIns="0" tIns="0" bIns="0" anchor="t">
            <a:spAutoFit/>
          </a:bodyPr>
          <a:lstStyle/>
          <a:p>
            <a:pPr algn="ctr"/>
            <a:r>
              <a:rPr sz="1000" b="0">
                <a:solidFill>
                  <a:srgbClr val="595959"/>
                </a:solidFill>
              </a:rPr>
              <a:t>Wk 40</a:t>
            </a:r>
          </a:p>
        </p:txBody>
      </p:sp>
      <p:cxnSp>
        <p:nvCxnSpPr>
          <p:cNvPr id="26" name="Grid wk44"/>
          <p:cNvCxnSpPr/>
          <p:nvPr/>
        </p:nvCxnSpPr>
        <p:spPr>
          <a:xfrm>
            <a:off x="10223695"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Axis wk44"/>
          <p:cNvSpPr txBox="1"/>
          <p:nvPr/>
        </p:nvSpPr>
        <p:spPr>
          <a:xfrm>
            <a:off x="9949375" y="2331720"/>
            <a:ext cx="548640" cy="228600"/>
          </a:xfrm>
          <a:prstGeom prst="rect">
            <a:avLst/>
          </a:prstGeom>
          <a:noFill/>
        </p:spPr>
        <p:txBody>
          <a:bodyPr wrap="square" lIns="0" rIns="0" tIns="0" bIns="0" anchor="t">
            <a:spAutoFit/>
          </a:bodyPr>
          <a:lstStyle/>
          <a:p>
            <a:pPr algn="ctr"/>
            <a:r>
              <a:rPr sz="1000" b="0">
                <a:solidFill>
                  <a:srgbClr val="595959"/>
                </a:solidFill>
              </a:rPr>
              <a:t>Wk 44</a:t>
            </a:r>
          </a:p>
        </p:txBody>
      </p:sp>
      <p:cxnSp>
        <p:nvCxnSpPr>
          <p:cNvPr id="28" name="Grid wk48"/>
          <p:cNvCxnSpPr/>
          <p:nvPr/>
        </p:nvCxnSpPr>
        <p:spPr>
          <a:xfrm>
            <a:off x="10941147"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9" name="Axis wk48"/>
          <p:cNvSpPr txBox="1"/>
          <p:nvPr/>
        </p:nvSpPr>
        <p:spPr>
          <a:xfrm>
            <a:off x="10666827" y="2331720"/>
            <a:ext cx="548640" cy="228600"/>
          </a:xfrm>
          <a:prstGeom prst="rect">
            <a:avLst/>
          </a:prstGeom>
          <a:noFill/>
        </p:spPr>
        <p:txBody>
          <a:bodyPr wrap="square" lIns="0" rIns="0" tIns="0" bIns="0" anchor="t">
            <a:spAutoFit/>
          </a:bodyPr>
          <a:lstStyle/>
          <a:p>
            <a:pPr algn="ctr"/>
            <a:r>
              <a:rPr sz="1000" b="0">
                <a:solidFill>
                  <a:srgbClr val="595959"/>
                </a:solidFill>
              </a:rPr>
              <a:t>Wk 48</a:t>
            </a:r>
          </a:p>
        </p:txBody>
      </p:sp>
      <p:cxnSp>
        <p:nvCxnSpPr>
          <p:cNvPr id="30" name="Grid wk52"/>
          <p:cNvCxnSpPr/>
          <p:nvPr/>
        </p:nvCxnSpPr>
        <p:spPr>
          <a:xfrm>
            <a:off x="11658600" y="2606039"/>
            <a:ext cx="0" cy="192024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Axis wk52"/>
          <p:cNvSpPr txBox="1"/>
          <p:nvPr/>
        </p:nvSpPr>
        <p:spPr>
          <a:xfrm>
            <a:off x="11384280" y="2331720"/>
            <a:ext cx="548640" cy="228600"/>
          </a:xfrm>
          <a:prstGeom prst="rect">
            <a:avLst/>
          </a:prstGeom>
          <a:noFill/>
        </p:spPr>
        <p:txBody>
          <a:bodyPr wrap="square" lIns="0" rIns="0" tIns="0" bIns="0" anchor="t">
            <a:spAutoFit/>
          </a:bodyPr>
          <a:lstStyle/>
          <a:p>
            <a:pPr algn="ctr"/>
            <a:r>
              <a:rPr sz="1000" b="0">
                <a:solidFill>
                  <a:srgbClr val="595959"/>
                </a:solidFill>
              </a:rPr>
              <a:t>Wk 52</a:t>
            </a:r>
          </a:p>
        </p:txBody>
      </p:sp>
      <p:sp>
        <p:nvSpPr>
          <p:cNvPr id="32" name="Row Traditional SDLC"/>
          <p:cNvSpPr txBox="1"/>
          <p:nvPr/>
        </p:nvSpPr>
        <p:spPr>
          <a:xfrm>
            <a:off x="457200" y="2807208"/>
            <a:ext cx="1783080" cy="548640"/>
          </a:xfrm>
          <a:prstGeom prst="rect">
            <a:avLst/>
          </a:prstGeom>
          <a:noFill/>
        </p:spPr>
        <p:txBody>
          <a:bodyPr wrap="square" lIns="0" rIns="0" tIns="0" bIns="0" anchor="t">
            <a:spAutoFit/>
          </a:bodyPr>
          <a:lstStyle/>
          <a:p>
            <a:pPr algn="l"/>
            <a:r>
              <a:rPr sz="1400" b="1"/>
              <a:t>Traditional SDLC</a:t>
            </a:r>
          </a:p>
          <a:p>
            <a:pPr algn="l"/>
            <a:r>
              <a:rPr sz="1200" b="0">
                <a:solidFill>
                  <a:srgbClr val="595959"/>
                </a:solidFill>
              </a:rPr>
              <a:t>52 weeks</a:t>
            </a:r>
          </a:p>
        </p:txBody>
      </p:sp>
      <p:sp>
        <p:nvSpPr>
          <p:cNvPr id="33" name="Traditional SDLC Discovery"/>
          <p:cNvSpPr/>
          <p:nvPr/>
        </p:nvSpPr>
        <p:spPr>
          <a:xfrm>
            <a:off x="2340863" y="2788920"/>
            <a:ext cx="699164" cy="5029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00" b="1">
                <a:solidFill>
                  <a:schemeClr val="bg1"/>
                </a:solidFill>
              </a:rPr>
              <a:t>4 wk</a:t>
            </a:r>
          </a:p>
        </p:txBody>
      </p:sp>
      <p:sp>
        <p:nvSpPr>
          <p:cNvPr id="34" name="Traditional SDLC MVP pilot"/>
          <p:cNvSpPr/>
          <p:nvPr/>
        </p:nvSpPr>
        <p:spPr>
          <a:xfrm>
            <a:off x="3058316" y="2788920"/>
            <a:ext cx="2134068" cy="50292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chemeClr val="bg1"/>
                </a:solidFill>
              </a:rPr>
              <a:t>MVP pilot · 12 wk</a:t>
            </a:r>
          </a:p>
        </p:txBody>
      </p:sp>
      <p:sp>
        <p:nvSpPr>
          <p:cNvPr id="35" name="Traditional SDLC gate wk16"/>
          <p:cNvSpPr/>
          <p:nvPr/>
        </p:nvSpPr>
        <p:spPr>
          <a:xfrm>
            <a:off x="5119233" y="3337560"/>
            <a:ext cx="164592" cy="164592"/>
          </a:xfrm>
          <a:prstGeom prst="diamond">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raditional SDLC gate label wk16"/>
          <p:cNvSpPr txBox="1"/>
          <p:nvPr/>
        </p:nvSpPr>
        <p:spPr>
          <a:xfrm>
            <a:off x="5311257" y="3319272"/>
            <a:ext cx="548640" cy="201168"/>
          </a:xfrm>
          <a:prstGeom prst="rect">
            <a:avLst/>
          </a:prstGeom>
          <a:noFill/>
        </p:spPr>
        <p:txBody>
          <a:bodyPr wrap="square" lIns="0" rIns="0" tIns="0" bIns="0" anchor="t">
            <a:spAutoFit/>
          </a:bodyPr>
          <a:lstStyle/>
          <a:p>
            <a:pPr algn="l"/>
            <a:r>
              <a:rPr sz="1000" b="1"/>
              <a:t>Wk 16</a:t>
            </a:r>
          </a:p>
        </p:txBody>
      </p:sp>
      <p:sp>
        <p:nvSpPr>
          <p:cNvPr id="37" name="Traditional SDLC v1"/>
          <p:cNvSpPr/>
          <p:nvPr/>
        </p:nvSpPr>
        <p:spPr>
          <a:xfrm>
            <a:off x="5210673" y="2788920"/>
            <a:ext cx="2851521" cy="50292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chemeClr val="bg1"/>
                </a:solidFill>
              </a:rPr>
              <a:t>v1 · 16 wk</a:t>
            </a:r>
          </a:p>
        </p:txBody>
      </p:sp>
      <p:sp>
        <p:nvSpPr>
          <p:cNvPr id="38" name="Traditional SDLC gate wk32"/>
          <p:cNvSpPr/>
          <p:nvPr/>
        </p:nvSpPr>
        <p:spPr>
          <a:xfrm>
            <a:off x="7989042" y="3337560"/>
            <a:ext cx="164592" cy="164592"/>
          </a:xfrm>
          <a:prstGeom prst="diamond">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raditional SDLC gate label wk32"/>
          <p:cNvSpPr txBox="1"/>
          <p:nvPr/>
        </p:nvSpPr>
        <p:spPr>
          <a:xfrm>
            <a:off x="8181066" y="3319272"/>
            <a:ext cx="548640" cy="201168"/>
          </a:xfrm>
          <a:prstGeom prst="rect">
            <a:avLst/>
          </a:prstGeom>
          <a:noFill/>
        </p:spPr>
        <p:txBody>
          <a:bodyPr wrap="square" lIns="0" rIns="0" tIns="0" bIns="0" anchor="t">
            <a:spAutoFit/>
          </a:bodyPr>
          <a:lstStyle/>
          <a:p>
            <a:pPr algn="l"/>
            <a:r>
              <a:rPr sz="1000" b="1"/>
              <a:t>Wk 32</a:t>
            </a:r>
          </a:p>
        </p:txBody>
      </p:sp>
      <p:sp>
        <p:nvSpPr>
          <p:cNvPr id="40" name="Traditional SDLC v2"/>
          <p:cNvSpPr/>
          <p:nvPr/>
        </p:nvSpPr>
        <p:spPr>
          <a:xfrm>
            <a:off x="8080482" y="2788920"/>
            <a:ext cx="3568973"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chemeClr val="bg1"/>
                </a:solidFill>
              </a:rPr>
              <a:t>v2 · 20 wk</a:t>
            </a:r>
          </a:p>
        </p:txBody>
      </p:sp>
      <p:sp>
        <p:nvSpPr>
          <p:cNvPr id="41" name="Traditional SDLC gate wk52"/>
          <p:cNvSpPr/>
          <p:nvPr/>
        </p:nvSpPr>
        <p:spPr>
          <a:xfrm>
            <a:off x="11576304" y="3337560"/>
            <a:ext cx="164592" cy="164592"/>
          </a:xfrm>
          <a:prstGeom prst="diamond">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raditional SDLC gate label wk52"/>
          <p:cNvSpPr txBox="1"/>
          <p:nvPr/>
        </p:nvSpPr>
        <p:spPr>
          <a:xfrm>
            <a:off x="11000232" y="3319272"/>
            <a:ext cx="548640" cy="201168"/>
          </a:xfrm>
          <a:prstGeom prst="rect">
            <a:avLst/>
          </a:prstGeom>
          <a:noFill/>
        </p:spPr>
        <p:txBody>
          <a:bodyPr wrap="square" lIns="0" rIns="0" tIns="0" bIns="0" anchor="t">
            <a:spAutoFit/>
          </a:bodyPr>
          <a:lstStyle/>
          <a:p>
            <a:pPr algn="r"/>
            <a:r>
              <a:rPr sz="1000" b="1"/>
              <a:t>Wk 52</a:t>
            </a:r>
          </a:p>
        </p:txBody>
      </p:sp>
      <p:sp>
        <p:nvSpPr>
          <p:cNvPr id="43" name="Row AI SDLC"/>
          <p:cNvSpPr txBox="1"/>
          <p:nvPr/>
        </p:nvSpPr>
        <p:spPr>
          <a:xfrm>
            <a:off x="457200" y="3721607"/>
            <a:ext cx="1783080" cy="548640"/>
          </a:xfrm>
          <a:prstGeom prst="rect">
            <a:avLst/>
          </a:prstGeom>
          <a:noFill/>
        </p:spPr>
        <p:txBody>
          <a:bodyPr wrap="square" lIns="0" rIns="0" tIns="0" bIns="0" anchor="t">
            <a:spAutoFit/>
          </a:bodyPr>
          <a:lstStyle/>
          <a:p>
            <a:pPr algn="l"/>
            <a:r>
              <a:rPr sz="1400" b="1"/>
              <a:t>AI SDLC</a:t>
            </a:r>
          </a:p>
          <a:p>
            <a:pPr algn="l"/>
            <a:r>
              <a:rPr sz="1200" b="0">
                <a:solidFill>
                  <a:srgbClr val="595959"/>
                </a:solidFill>
              </a:rPr>
              <a:t>33 weeks</a:t>
            </a:r>
          </a:p>
        </p:txBody>
      </p:sp>
      <p:sp>
        <p:nvSpPr>
          <p:cNvPr id="44" name="AI SDLC Discovery"/>
          <p:cNvSpPr/>
          <p:nvPr/>
        </p:nvSpPr>
        <p:spPr>
          <a:xfrm>
            <a:off x="2340863" y="3703320"/>
            <a:ext cx="519801" cy="5029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00" b="1">
                <a:solidFill>
                  <a:schemeClr val="bg1"/>
                </a:solidFill>
              </a:rPr>
              <a:t>3 wk</a:t>
            </a:r>
          </a:p>
        </p:txBody>
      </p:sp>
      <p:sp>
        <p:nvSpPr>
          <p:cNvPr id="45" name="AI SDLC MVP pilot"/>
          <p:cNvSpPr/>
          <p:nvPr/>
        </p:nvSpPr>
        <p:spPr>
          <a:xfrm>
            <a:off x="2878953" y="3703320"/>
            <a:ext cx="1775342" cy="50292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chemeClr val="bg1"/>
                </a:solidFill>
              </a:rPr>
              <a:t>MVP pilot · 10 wk</a:t>
            </a:r>
          </a:p>
        </p:txBody>
      </p:sp>
      <p:sp>
        <p:nvSpPr>
          <p:cNvPr id="46" name="AI SDLC gate wk13"/>
          <p:cNvSpPr/>
          <p:nvPr/>
        </p:nvSpPr>
        <p:spPr>
          <a:xfrm>
            <a:off x="4581144" y="4251959"/>
            <a:ext cx="164592" cy="164592"/>
          </a:xfrm>
          <a:prstGeom prst="diamond">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I SDLC gate label wk13"/>
          <p:cNvSpPr txBox="1"/>
          <p:nvPr/>
        </p:nvSpPr>
        <p:spPr>
          <a:xfrm>
            <a:off x="4773168" y="4233672"/>
            <a:ext cx="548640" cy="201168"/>
          </a:xfrm>
          <a:prstGeom prst="rect">
            <a:avLst/>
          </a:prstGeom>
          <a:noFill/>
        </p:spPr>
        <p:txBody>
          <a:bodyPr wrap="square" lIns="0" rIns="0" tIns="0" bIns="0" anchor="t">
            <a:spAutoFit/>
          </a:bodyPr>
          <a:lstStyle/>
          <a:p>
            <a:pPr algn="l"/>
            <a:r>
              <a:rPr sz="1000" b="1"/>
              <a:t>Wk 13</a:t>
            </a:r>
          </a:p>
        </p:txBody>
      </p:sp>
      <p:sp>
        <p:nvSpPr>
          <p:cNvPr id="48" name="AI SDLC v1"/>
          <p:cNvSpPr/>
          <p:nvPr/>
        </p:nvSpPr>
        <p:spPr>
          <a:xfrm>
            <a:off x="4672583" y="3703320"/>
            <a:ext cx="1775342" cy="50292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chemeClr val="bg1"/>
                </a:solidFill>
              </a:rPr>
              <a:t>v1 · 10 wk</a:t>
            </a:r>
          </a:p>
        </p:txBody>
      </p:sp>
      <p:sp>
        <p:nvSpPr>
          <p:cNvPr id="49" name="AI SDLC gate wk23"/>
          <p:cNvSpPr/>
          <p:nvPr/>
        </p:nvSpPr>
        <p:spPr>
          <a:xfrm>
            <a:off x="6374774" y="4251959"/>
            <a:ext cx="164592" cy="164592"/>
          </a:xfrm>
          <a:prstGeom prst="diamond">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I SDLC gate label wk23"/>
          <p:cNvSpPr txBox="1"/>
          <p:nvPr/>
        </p:nvSpPr>
        <p:spPr>
          <a:xfrm>
            <a:off x="6566798" y="4233672"/>
            <a:ext cx="548640" cy="201168"/>
          </a:xfrm>
          <a:prstGeom prst="rect">
            <a:avLst/>
          </a:prstGeom>
          <a:noFill/>
        </p:spPr>
        <p:txBody>
          <a:bodyPr wrap="square" lIns="0" rIns="0" tIns="0" bIns="0" anchor="t">
            <a:spAutoFit/>
          </a:bodyPr>
          <a:lstStyle/>
          <a:p>
            <a:pPr algn="l"/>
            <a:r>
              <a:rPr sz="1000" b="1"/>
              <a:t>Wk 23</a:t>
            </a:r>
          </a:p>
        </p:txBody>
      </p:sp>
      <p:sp>
        <p:nvSpPr>
          <p:cNvPr id="51" name="AI SDLC v2"/>
          <p:cNvSpPr/>
          <p:nvPr/>
        </p:nvSpPr>
        <p:spPr>
          <a:xfrm>
            <a:off x="6466214" y="3703320"/>
            <a:ext cx="177534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chemeClr val="bg1"/>
                </a:solidFill>
              </a:rPr>
              <a:t>v2 · 10 wk</a:t>
            </a:r>
          </a:p>
        </p:txBody>
      </p:sp>
      <p:sp>
        <p:nvSpPr>
          <p:cNvPr id="52" name="AI SDLC gate wk33"/>
          <p:cNvSpPr/>
          <p:nvPr/>
        </p:nvSpPr>
        <p:spPr>
          <a:xfrm>
            <a:off x="8168405" y="4251959"/>
            <a:ext cx="164592" cy="164592"/>
          </a:xfrm>
          <a:prstGeom prst="diamond">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I SDLC gate label wk33"/>
          <p:cNvSpPr txBox="1"/>
          <p:nvPr/>
        </p:nvSpPr>
        <p:spPr>
          <a:xfrm>
            <a:off x="8360429" y="4233672"/>
            <a:ext cx="548640" cy="201168"/>
          </a:xfrm>
          <a:prstGeom prst="rect">
            <a:avLst/>
          </a:prstGeom>
          <a:noFill/>
        </p:spPr>
        <p:txBody>
          <a:bodyPr wrap="square" lIns="0" rIns="0" tIns="0" bIns="0" anchor="t">
            <a:spAutoFit/>
          </a:bodyPr>
          <a:lstStyle/>
          <a:p>
            <a:pPr algn="l"/>
            <a:r>
              <a:rPr sz="1000" b="1"/>
              <a:t>Wk 33</a:t>
            </a:r>
          </a:p>
        </p:txBody>
      </p:sp>
      <p:sp>
        <p:nvSpPr>
          <p:cNvPr id="54" name="Legend Discovery"/>
          <p:cNvSpPr/>
          <p:nvPr/>
        </p:nvSpPr>
        <p:spPr>
          <a:xfrm>
            <a:off x="2331720" y="4681728"/>
            <a:ext cx="201168" cy="20116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egend Discovery label"/>
          <p:cNvSpPr txBox="1"/>
          <p:nvPr/>
        </p:nvSpPr>
        <p:spPr>
          <a:xfrm>
            <a:off x="2606039" y="4663440"/>
            <a:ext cx="1280160" cy="237744"/>
          </a:xfrm>
          <a:prstGeom prst="rect">
            <a:avLst/>
          </a:prstGeom>
          <a:noFill/>
        </p:spPr>
        <p:txBody>
          <a:bodyPr wrap="square" lIns="0" rIns="0" tIns="0" bIns="0" anchor="t">
            <a:spAutoFit/>
          </a:bodyPr>
          <a:lstStyle/>
          <a:p>
            <a:pPr algn="l"/>
            <a:r>
              <a:rPr sz="1100" b="0"/>
              <a:t>Discovery</a:t>
            </a:r>
          </a:p>
        </p:txBody>
      </p:sp>
      <p:sp>
        <p:nvSpPr>
          <p:cNvPr id="56" name="Legend MVP pilot"/>
          <p:cNvSpPr/>
          <p:nvPr/>
        </p:nvSpPr>
        <p:spPr>
          <a:xfrm>
            <a:off x="3931920" y="4681728"/>
            <a:ext cx="201168" cy="20116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egend MVP pilot label"/>
          <p:cNvSpPr txBox="1"/>
          <p:nvPr/>
        </p:nvSpPr>
        <p:spPr>
          <a:xfrm>
            <a:off x="4206240" y="4663440"/>
            <a:ext cx="1280160" cy="237744"/>
          </a:xfrm>
          <a:prstGeom prst="rect">
            <a:avLst/>
          </a:prstGeom>
          <a:noFill/>
        </p:spPr>
        <p:txBody>
          <a:bodyPr wrap="square" lIns="0" rIns="0" tIns="0" bIns="0" anchor="t">
            <a:spAutoFit/>
          </a:bodyPr>
          <a:lstStyle/>
          <a:p>
            <a:pPr algn="l"/>
            <a:r>
              <a:rPr sz="1100" b="0"/>
              <a:t>MVP pilot</a:t>
            </a:r>
          </a:p>
        </p:txBody>
      </p:sp>
      <p:sp>
        <p:nvSpPr>
          <p:cNvPr id="58" name="Legend v1"/>
          <p:cNvSpPr/>
          <p:nvPr/>
        </p:nvSpPr>
        <p:spPr>
          <a:xfrm>
            <a:off x="5532120" y="4681728"/>
            <a:ext cx="201168" cy="20116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egend v1 label"/>
          <p:cNvSpPr txBox="1"/>
          <p:nvPr/>
        </p:nvSpPr>
        <p:spPr>
          <a:xfrm>
            <a:off x="5806440" y="4663440"/>
            <a:ext cx="1280160" cy="237744"/>
          </a:xfrm>
          <a:prstGeom prst="rect">
            <a:avLst/>
          </a:prstGeom>
          <a:noFill/>
        </p:spPr>
        <p:txBody>
          <a:bodyPr wrap="square" lIns="0" rIns="0" tIns="0" bIns="0" anchor="t">
            <a:spAutoFit/>
          </a:bodyPr>
          <a:lstStyle/>
          <a:p>
            <a:pPr algn="l"/>
            <a:r>
              <a:rPr sz="1100" b="0"/>
              <a:t>v1</a:t>
            </a:r>
          </a:p>
        </p:txBody>
      </p:sp>
      <p:sp>
        <p:nvSpPr>
          <p:cNvPr id="60" name="Legend v2"/>
          <p:cNvSpPr/>
          <p:nvPr/>
        </p:nvSpPr>
        <p:spPr>
          <a:xfrm>
            <a:off x="7132320" y="4681728"/>
            <a:ext cx="201168" cy="2011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egend v2 label"/>
          <p:cNvSpPr txBox="1"/>
          <p:nvPr/>
        </p:nvSpPr>
        <p:spPr>
          <a:xfrm>
            <a:off x="7406640" y="4663440"/>
            <a:ext cx="1280160" cy="237744"/>
          </a:xfrm>
          <a:prstGeom prst="rect">
            <a:avLst/>
          </a:prstGeom>
          <a:noFill/>
        </p:spPr>
        <p:txBody>
          <a:bodyPr wrap="square" lIns="0" rIns="0" tIns="0" bIns="0" anchor="t">
            <a:spAutoFit/>
          </a:bodyPr>
          <a:lstStyle/>
          <a:p>
            <a:pPr algn="l"/>
            <a:r>
              <a:rPr sz="1100" b="0"/>
              <a:t>v2</a:t>
            </a:r>
          </a:p>
        </p:txBody>
      </p:sp>
      <p:sp>
        <p:nvSpPr>
          <p:cNvPr id="62" name="Legend gate"/>
          <p:cNvSpPr/>
          <p:nvPr/>
        </p:nvSpPr>
        <p:spPr>
          <a:xfrm>
            <a:off x="8732520" y="4700016"/>
            <a:ext cx="164592" cy="164592"/>
          </a:xfrm>
          <a:prstGeom prst="diamond">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egend gate label"/>
          <p:cNvSpPr txBox="1"/>
          <p:nvPr/>
        </p:nvSpPr>
        <p:spPr>
          <a:xfrm>
            <a:off x="9006840" y="4663440"/>
            <a:ext cx="1828800" cy="237744"/>
          </a:xfrm>
          <a:prstGeom prst="rect">
            <a:avLst/>
          </a:prstGeom>
          <a:noFill/>
        </p:spPr>
        <p:txBody>
          <a:bodyPr wrap="square" lIns="0" rIns="0" tIns="0" bIns="0" anchor="t">
            <a:spAutoFit/>
          </a:bodyPr>
          <a:lstStyle/>
          <a:p>
            <a:pPr algn="l"/>
            <a:r>
              <a:rPr sz="1100" b="0"/>
              <a:t>Gate (go / no-go)</a:t>
            </a:r>
          </a:p>
        </p:txBody>
      </p:sp>
      <p:sp>
        <p:nvSpPr>
          <p:cNvPr id="64" name="Callout Pilot gate"/>
          <p:cNvSpPr/>
          <p:nvPr/>
        </p:nvSpPr>
        <p:spPr>
          <a:xfrm>
            <a:off x="457200" y="5120640"/>
            <a:ext cx="3611880" cy="1051560"/>
          </a:xfrm>
          <a:prstGeom prst="roundRect">
            <a:avLst>
              <a:gd name="adj" fmla="val 8000"/>
            </a:avLst>
          </a:prstGeom>
          <a:solidFill>
            <a:schemeClr val="bg2"/>
          </a:solidFill>
          <a:ln w="9525">
            <a:solidFill>
              <a:srgbClr val="A0A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allout Pilot gate figure"/>
          <p:cNvSpPr txBox="1"/>
          <p:nvPr/>
        </p:nvSpPr>
        <p:spPr>
          <a:xfrm>
            <a:off x="685800" y="5230368"/>
            <a:ext cx="3200400" cy="457200"/>
          </a:xfrm>
          <a:prstGeom prst="rect">
            <a:avLst/>
          </a:prstGeom>
          <a:noFill/>
        </p:spPr>
        <p:txBody>
          <a:bodyPr wrap="square" lIns="0" rIns="0" tIns="0" bIns="0" anchor="t">
            <a:spAutoFit/>
          </a:bodyPr>
          <a:lstStyle/>
          <a:p>
            <a:pPr algn="l"/>
            <a:r>
              <a:rPr sz="2400" b="1">
                <a:solidFill>
                  <a:schemeClr val="accent4"/>
                </a:solidFill>
              </a:rPr>
              <a:t>3 weeks sooner</a:t>
            </a:r>
          </a:p>
        </p:txBody>
      </p:sp>
      <p:sp>
        <p:nvSpPr>
          <p:cNvPr id="66" name="Callout Pilot gate text"/>
          <p:cNvSpPr txBox="1"/>
          <p:nvPr/>
        </p:nvSpPr>
        <p:spPr>
          <a:xfrm>
            <a:off x="685800" y="5733288"/>
            <a:ext cx="3200400" cy="320040"/>
          </a:xfrm>
          <a:prstGeom prst="rect">
            <a:avLst/>
          </a:prstGeom>
          <a:noFill/>
        </p:spPr>
        <p:txBody>
          <a:bodyPr wrap="square" lIns="0" rIns="0" tIns="0" bIns="0" anchor="t">
            <a:spAutoFit/>
          </a:bodyPr>
          <a:lstStyle/>
          <a:p>
            <a:pPr algn="l"/>
            <a:r>
              <a:rPr sz="1300" b="0"/>
              <a:t>Pilot gate: week 13 instead of week 16</a:t>
            </a:r>
          </a:p>
        </p:txBody>
      </p:sp>
      <p:sp>
        <p:nvSpPr>
          <p:cNvPr id="67" name="Callout v1 release"/>
          <p:cNvSpPr/>
          <p:nvPr/>
        </p:nvSpPr>
        <p:spPr>
          <a:xfrm>
            <a:off x="4288536" y="5120640"/>
            <a:ext cx="3611880" cy="1051560"/>
          </a:xfrm>
          <a:prstGeom prst="roundRect">
            <a:avLst>
              <a:gd name="adj" fmla="val 8000"/>
            </a:avLst>
          </a:prstGeom>
          <a:solidFill>
            <a:schemeClr val="bg2"/>
          </a:solidFill>
          <a:ln w="9525">
            <a:solidFill>
              <a:srgbClr val="A0A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allout v1 release figure"/>
          <p:cNvSpPr txBox="1"/>
          <p:nvPr/>
        </p:nvSpPr>
        <p:spPr>
          <a:xfrm>
            <a:off x="4517136" y="5230368"/>
            <a:ext cx="3200400" cy="457200"/>
          </a:xfrm>
          <a:prstGeom prst="rect">
            <a:avLst/>
          </a:prstGeom>
          <a:noFill/>
        </p:spPr>
        <p:txBody>
          <a:bodyPr wrap="square" lIns="0" rIns="0" tIns="0" bIns="0" anchor="t">
            <a:spAutoFit/>
          </a:bodyPr>
          <a:lstStyle/>
          <a:p>
            <a:pPr algn="l"/>
            <a:r>
              <a:rPr sz="2400" b="1">
                <a:solidFill>
                  <a:schemeClr val="accent4"/>
                </a:solidFill>
              </a:rPr>
              <a:t>9 weeks sooner</a:t>
            </a:r>
          </a:p>
        </p:txBody>
      </p:sp>
      <p:sp>
        <p:nvSpPr>
          <p:cNvPr id="69" name="Callout v1 release text"/>
          <p:cNvSpPr txBox="1"/>
          <p:nvPr/>
        </p:nvSpPr>
        <p:spPr>
          <a:xfrm>
            <a:off x="4517136" y="5733288"/>
            <a:ext cx="3200400" cy="320040"/>
          </a:xfrm>
          <a:prstGeom prst="rect">
            <a:avLst/>
          </a:prstGeom>
          <a:noFill/>
        </p:spPr>
        <p:txBody>
          <a:bodyPr wrap="square" lIns="0" rIns="0" tIns="0" bIns="0" anchor="t">
            <a:spAutoFit/>
          </a:bodyPr>
          <a:lstStyle/>
          <a:p>
            <a:pPr algn="l"/>
            <a:r>
              <a:rPr sz="1300" b="0"/>
              <a:t>v1 release: week 23 instead of week 32</a:t>
            </a:r>
          </a:p>
        </p:txBody>
      </p:sp>
      <p:sp>
        <p:nvSpPr>
          <p:cNvPr id="70" name="Callout v2 release"/>
          <p:cNvSpPr/>
          <p:nvPr/>
        </p:nvSpPr>
        <p:spPr>
          <a:xfrm>
            <a:off x="8119872" y="5120640"/>
            <a:ext cx="3611880" cy="1051560"/>
          </a:xfrm>
          <a:prstGeom prst="roundRect">
            <a:avLst>
              <a:gd name="adj" fmla="val 8000"/>
            </a:avLst>
          </a:prstGeom>
          <a:solidFill>
            <a:schemeClr val="bg2"/>
          </a:solidFill>
          <a:ln w="9525">
            <a:solidFill>
              <a:srgbClr val="A0A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allout v2 release figure"/>
          <p:cNvSpPr txBox="1"/>
          <p:nvPr/>
        </p:nvSpPr>
        <p:spPr>
          <a:xfrm>
            <a:off x="8348472" y="5230368"/>
            <a:ext cx="3200400" cy="457200"/>
          </a:xfrm>
          <a:prstGeom prst="rect">
            <a:avLst/>
          </a:prstGeom>
          <a:noFill/>
        </p:spPr>
        <p:txBody>
          <a:bodyPr wrap="square" lIns="0" rIns="0" tIns="0" bIns="0" anchor="t">
            <a:spAutoFit/>
          </a:bodyPr>
          <a:lstStyle/>
          <a:p>
            <a:pPr algn="l"/>
            <a:r>
              <a:rPr sz="2400" b="1">
                <a:solidFill>
                  <a:schemeClr val="accent4"/>
                </a:solidFill>
              </a:rPr>
              <a:t>19 weeks sooner</a:t>
            </a:r>
          </a:p>
        </p:txBody>
      </p:sp>
      <p:sp>
        <p:nvSpPr>
          <p:cNvPr id="72" name="Callout v2 release text"/>
          <p:cNvSpPr txBox="1"/>
          <p:nvPr/>
        </p:nvSpPr>
        <p:spPr>
          <a:xfrm>
            <a:off x="8348472" y="5733288"/>
            <a:ext cx="3200400" cy="320040"/>
          </a:xfrm>
          <a:prstGeom prst="rect">
            <a:avLst/>
          </a:prstGeom>
          <a:noFill/>
        </p:spPr>
        <p:txBody>
          <a:bodyPr wrap="square" lIns="0" rIns="0" tIns="0" bIns="0" anchor="t">
            <a:spAutoFit/>
          </a:bodyPr>
          <a:lstStyle/>
          <a:p>
            <a:pPr algn="l"/>
            <a:r>
              <a:rPr sz="1300" b="0"/>
              <a:t>v2 release: week 33 instead of week 52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SDLC Delivers v2 for About a Quarter of the Traditional Cost</a:t>
            </a:r>
          </a:p>
        </p:txBody>
      </p:sp>
      <p:sp>
        <p:nvSpPr>
          <p:cNvPr id="3" name="Lead"/>
          <p:cNvSpPr txBox="1"/>
          <p:nvPr/>
        </p:nvSpPr>
        <p:spPr>
          <a:xfrm>
            <a:off x="457200" y="1600200"/>
            <a:ext cx="11247120" cy="548640"/>
          </a:xfrm>
          <a:prstGeom prst="rect">
            <a:avLst/>
          </a:prstGeom>
          <a:noFill/>
        </p:spPr>
        <p:txBody>
          <a:bodyPr wrap="square" lIns="0" rIns="0" tIns="0" bIns="0" anchor="t">
            <a:spAutoFit/>
          </a:bodyPr>
          <a:lstStyle/>
          <a:p>
            <a:pPr algn="l"/>
            <a:r>
              <a:rPr sz="1400" b="0"/>
              <a:t>Lean AI SDLC team: technical roles offshore in India, DM/PO and L&amp;D onshore. True cost removes the 30% margin on people; AI tokens are at list price.</a:t>
            </a:r>
          </a:p>
        </p:txBody>
      </p:sp>
      <p:graphicFrame>
        <p:nvGraphicFramePr>
          <p:cNvPr id="4" name="Costing table"/>
          <p:cNvGraphicFramePr>
            <a:graphicFrameLocks noGrp="1"/>
          </p:cNvGraphicFramePr>
          <p:nvPr/>
        </p:nvGraphicFramePr>
        <p:xfrm>
          <a:off x="457200" y="2240280"/>
          <a:ext cx="11274552" cy="2377440"/>
        </p:xfrm>
        <a:graphic>
          <a:graphicData uri="http://schemas.openxmlformats.org/drawingml/2006/table">
            <a:tbl>
              <a:tblPr firstRow="1">
                <a:tableStyleId>{5C22544A-7EE6-4342-B048-85BDC9FD1C3A}</a:tableStyleId>
              </a:tblPr>
              <a:tblGrid>
                <a:gridCol w="1417320"/>
                <a:gridCol w="914400"/>
                <a:gridCol w="1097280"/>
                <a:gridCol w="1463040"/>
                <a:gridCol w="1143000"/>
                <a:gridCol w="1417320"/>
                <a:gridCol w="1417320"/>
                <a:gridCol w="2404872"/>
              </a:tblGrid>
              <a:tr h="457200">
                <a:tc>
                  <a:txBody>
                    <a:bodyPr/>
                    <a:lstStyle/>
                    <a:p>
                      <a:pPr algn="l"/>
                      <a:r>
                        <a:rPr sz="1200" b="1">
                          <a:solidFill>
                            <a:schemeClr val="bg1"/>
                          </a:solidFill>
                        </a:rPr>
                        <a:t>Phase</a:t>
                      </a:r>
                    </a:p>
                  </a:txBody>
                  <a:tcPr marL="73152" marR="73152" anchor="ctr">
                    <a:solidFill>
                      <a:schemeClr val="accent1"/>
                    </a:solidFill>
                  </a:tcPr>
                </a:tc>
                <a:tc>
                  <a:txBody>
                    <a:bodyPr/>
                    <a:lstStyle/>
                    <a:p>
                      <a:pPr algn="r"/>
                      <a:r>
                        <a:rPr sz="1200" b="1">
                          <a:solidFill>
                            <a:schemeClr val="bg1"/>
                          </a:solidFill>
                        </a:rPr>
                        <a:t>Weeks</a:t>
                      </a:r>
                    </a:p>
                  </a:txBody>
                  <a:tcPr marL="73152" marR="73152" anchor="ctr">
                    <a:solidFill>
                      <a:schemeClr val="accent1"/>
                    </a:solidFill>
                  </a:tcPr>
                </a:tc>
                <a:tc>
                  <a:txBody>
                    <a:bodyPr/>
                    <a:lstStyle/>
                    <a:p>
                      <a:pPr algn="r"/>
                      <a:r>
                        <a:rPr sz="1200" b="1">
                          <a:solidFill>
                            <a:schemeClr val="bg1"/>
                          </a:solidFill>
                        </a:rPr>
                        <a:t>Team (FTE)</a:t>
                      </a:r>
                    </a:p>
                  </a:txBody>
                  <a:tcPr marL="73152" marR="73152" anchor="ctr">
                    <a:solidFill>
                      <a:schemeClr val="accent1"/>
                    </a:solidFill>
                  </a:tcPr>
                </a:tc>
                <a:tc>
                  <a:txBody>
                    <a:bodyPr/>
                    <a:lstStyle/>
                    <a:p>
                      <a:pPr algn="r"/>
                      <a:r>
                        <a:rPr sz="1200" b="1">
                          <a:solidFill>
                            <a:schemeClr val="bg1"/>
                          </a:solidFill>
                        </a:rPr>
                        <a:t>People (billed)</a:t>
                      </a:r>
                    </a:p>
                  </a:txBody>
                  <a:tcPr marL="73152" marR="73152" anchor="ctr">
                    <a:solidFill>
                      <a:schemeClr val="accent1"/>
                    </a:solidFill>
                  </a:tcPr>
                </a:tc>
                <a:tc>
                  <a:txBody>
                    <a:bodyPr/>
                    <a:lstStyle/>
                    <a:p>
                      <a:pPr algn="r"/>
                      <a:r>
                        <a:rPr sz="1200" b="1">
                          <a:solidFill>
                            <a:schemeClr val="bg1"/>
                          </a:solidFill>
                        </a:rPr>
                        <a:t>AI tokens</a:t>
                      </a:r>
                    </a:p>
                  </a:txBody>
                  <a:tcPr marL="73152" marR="73152" anchor="ctr">
                    <a:solidFill>
                      <a:schemeClr val="accent1"/>
                    </a:solidFill>
                  </a:tcPr>
                </a:tc>
                <a:tc>
                  <a:txBody>
                    <a:bodyPr/>
                    <a:lstStyle/>
                    <a:p>
                      <a:pPr algn="r"/>
                      <a:r>
                        <a:rPr sz="1200" b="1">
                          <a:solidFill>
                            <a:schemeClr val="bg1"/>
                          </a:solidFill>
                        </a:rPr>
                        <a:t>Total billed</a:t>
                      </a:r>
                    </a:p>
                  </a:txBody>
                  <a:tcPr marL="73152" marR="73152" anchor="ctr">
                    <a:solidFill>
                      <a:schemeClr val="accent1"/>
                    </a:solidFill>
                  </a:tcPr>
                </a:tc>
                <a:tc>
                  <a:txBody>
                    <a:bodyPr/>
                    <a:lstStyle/>
                    <a:p>
                      <a:pPr algn="r"/>
                      <a:r>
                        <a:rPr sz="1200" b="1">
                          <a:solidFill>
                            <a:schemeClr val="bg1"/>
                          </a:solidFill>
                        </a:rPr>
                        <a:t>True cost</a:t>
                      </a:r>
                    </a:p>
                  </a:txBody>
                  <a:tcPr marL="73152" marR="73152" anchor="ctr">
                    <a:solidFill>
                      <a:schemeClr val="accent1"/>
                    </a:solidFill>
                  </a:tcPr>
                </a:tc>
                <a:tc>
                  <a:txBody>
                    <a:bodyPr/>
                    <a:lstStyle/>
                    <a:p>
                      <a:pPr algn="r"/>
                      <a:r>
                        <a:rPr sz="1200" b="1">
                          <a:solidFill>
                            <a:schemeClr val="bg1"/>
                          </a:solidFill>
                        </a:rPr>
                        <a:t>Traditional SDLC (billed)</a:t>
                      </a:r>
                    </a:p>
                  </a:txBody>
                  <a:tcPr marL="73152" marR="73152" anchor="ctr">
                    <a:solidFill>
                      <a:schemeClr val="accent1"/>
                    </a:solidFill>
                  </a:tcPr>
                </a:tc>
              </a:tr>
              <a:tr h="384048">
                <a:tc>
                  <a:txBody>
                    <a:bodyPr/>
                    <a:lstStyle/>
                    <a:p>
                      <a:pPr algn="l"/>
                      <a:r>
                        <a:rPr sz="1300" b="0">
                          <a:solidFill>
                            <a:schemeClr val="tx1"/>
                          </a:solidFill>
                        </a:rPr>
                        <a:t>Discovery</a:t>
                      </a:r>
                    </a:p>
                  </a:txBody>
                  <a:tcPr marL="73152" marR="73152" anchor="ctr">
                    <a:solidFill>
                      <a:srgbClr val="FFFFFF"/>
                    </a:solidFill>
                  </a:tcPr>
                </a:tc>
                <a:tc>
                  <a:txBody>
                    <a:bodyPr/>
                    <a:lstStyle/>
                    <a:p>
                      <a:pPr algn="r"/>
                      <a:r>
                        <a:rPr sz="1300" b="0">
                          <a:solidFill>
                            <a:schemeClr val="tx1"/>
                          </a:solidFill>
                        </a:rPr>
                        <a:t>3 (vs 4)</a:t>
                      </a:r>
                    </a:p>
                  </a:txBody>
                  <a:tcPr marL="73152" marR="73152" anchor="ctr">
                    <a:solidFill>
                      <a:srgbClr val="FFFFFF"/>
                    </a:solidFill>
                  </a:tcPr>
                </a:tc>
                <a:tc>
                  <a:txBody>
                    <a:bodyPr/>
                    <a:lstStyle/>
                    <a:p>
                      <a:pPr algn="r"/>
                      <a:r>
                        <a:rPr sz="1300" b="0">
                          <a:solidFill>
                            <a:schemeClr val="tx1"/>
                          </a:solidFill>
                        </a:rPr>
                        <a:t>1.5</a:t>
                      </a:r>
                    </a:p>
                  </a:txBody>
                  <a:tcPr marL="73152" marR="73152" anchor="ctr">
                    <a:solidFill>
                      <a:srgbClr val="FFFFFF"/>
                    </a:solidFill>
                  </a:tcPr>
                </a:tc>
                <a:tc>
                  <a:txBody>
                    <a:bodyPr/>
                    <a:lstStyle/>
                    <a:p>
                      <a:pPr algn="r"/>
                      <a:r>
                        <a:rPr sz="1300" b="0">
                          <a:solidFill>
                            <a:schemeClr val="tx1"/>
                          </a:solidFill>
                        </a:rPr>
                        <a:t>22.7K</a:t>
                      </a:r>
                    </a:p>
                  </a:txBody>
                  <a:tcPr marL="73152" marR="73152" anchor="ctr">
                    <a:solidFill>
                      <a:srgbClr val="FFFFFF"/>
                    </a:solidFill>
                  </a:tcPr>
                </a:tc>
                <a:tc>
                  <a:txBody>
                    <a:bodyPr/>
                    <a:lstStyle/>
                    <a:p>
                      <a:pPr algn="r"/>
                      <a:r>
                        <a:rPr sz="1300" b="0">
                          <a:solidFill>
                            <a:schemeClr val="tx1"/>
                          </a:solidFill>
                        </a:rPr>
                        <a:t>0.4K</a:t>
                      </a:r>
                    </a:p>
                  </a:txBody>
                  <a:tcPr marL="73152" marR="73152" anchor="ctr">
                    <a:solidFill>
                      <a:srgbClr val="FFFFFF"/>
                    </a:solidFill>
                  </a:tcPr>
                </a:tc>
                <a:tc>
                  <a:txBody>
                    <a:bodyPr/>
                    <a:lstStyle/>
                    <a:p>
                      <a:pPr algn="r"/>
                      <a:r>
                        <a:rPr sz="1300" b="0">
                          <a:solidFill>
                            <a:schemeClr val="tx1"/>
                          </a:solidFill>
                        </a:rPr>
                        <a:t>23.0K</a:t>
                      </a:r>
                    </a:p>
                  </a:txBody>
                  <a:tcPr marL="73152" marR="73152" anchor="ctr">
                    <a:solidFill>
                      <a:srgbClr val="FFFFFF"/>
                    </a:solidFill>
                  </a:tcPr>
                </a:tc>
                <a:tc>
                  <a:txBody>
                    <a:bodyPr/>
                    <a:lstStyle/>
                    <a:p>
                      <a:pPr algn="r"/>
                      <a:r>
                        <a:rPr sz="1300" b="1">
                          <a:solidFill>
                            <a:schemeClr val="accent4"/>
                          </a:solidFill>
                        </a:rPr>
                        <a:t>16.2K</a:t>
                      </a:r>
                    </a:p>
                  </a:txBody>
                  <a:tcPr marL="73152" marR="73152" anchor="ctr">
                    <a:solidFill>
                      <a:srgbClr val="FFFFFF"/>
                    </a:solidFill>
                  </a:tcPr>
                </a:tc>
                <a:tc>
                  <a:txBody>
                    <a:bodyPr/>
                    <a:lstStyle/>
                    <a:p>
                      <a:pPr algn="r"/>
                      <a:r>
                        <a:rPr sz="1300" b="0">
                          <a:solidFill>
                            <a:schemeClr val="tx1"/>
                          </a:solidFill>
                        </a:rPr>
                        <a:t>53.3K (4 wk)</a:t>
                      </a:r>
                    </a:p>
                  </a:txBody>
                  <a:tcPr marL="73152" marR="73152" anchor="ctr">
                    <a:solidFill>
                      <a:srgbClr val="FFFFFF"/>
                    </a:solidFill>
                  </a:tcPr>
                </a:tc>
              </a:tr>
              <a:tr h="384048">
                <a:tc>
                  <a:txBody>
                    <a:bodyPr/>
                    <a:lstStyle/>
                    <a:p>
                      <a:pPr algn="l"/>
                      <a:r>
                        <a:rPr sz="1300" b="0">
                          <a:solidFill>
                            <a:schemeClr val="tx1"/>
                          </a:solidFill>
                        </a:rPr>
                        <a:t>MVP pilot</a:t>
                      </a:r>
                    </a:p>
                  </a:txBody>
                  <a:tcPr marL="73152" marR="73152" anchor="ctr">
                    <a:solidFill>
                      <a:srgbClr val="F2F2F2"/>
                    </a:solidFill>
                  </a:tcPr>
                </a:tc>
                <a:tc>
                  <a:txBody>
                    <a:bodyPr/>
                    <a:lstStyle/>
                    <a:p>
                      <a:pPr algn="r"/>
                      <a:r>
                        <a:rPr sz="1300" b="0">
                          <a:solidFill>
                            <a:schemeClr val="tx1"/>
                          </a:solidFill>
                        </a:rPr>
                        <a:t>10 (vs 12)</a:t>
                      </a:r>
                    </a:p>
                  </a:txBody>
                  <a:tcPr marL="73152" marR="73152" anchor="ctr">
                    <a:solidFill>
                      <a:srgbClr val="F2F2F2"/>
                    </a:solidFill>
                  </a:tcPr>
                </a:tc>
                <a:tc>
                  <a:txBody>
                    <a:bodyPr/>
                    <a:lstStyle/>
                    <a:p>
                      <a:pPr algn="r"/>
                      <a:r>
                        <a:rPr sz="1300" b="0">
                          <a:solidFill>
                            <a:schemeClr val="tx1"/>
                          </a:solidFill>
                        </a:rPr>
                        <a:t>3.75</a:t>
                      </a:r>
                    </a:p>
                  </a:txBody>
                  <a:tcPr marL="73152" marR="73152" anchor="ctr">
                    <a:solidFill>
                      <a:srgbClr val="F2F2F2"/>
                    </a:solidFill>
                  </a:tcPr>
                </a:tc>
                <a:tc>
                  <a:txBody>
                    <a:bodyPr/>
                    <a:lstStyle/>
                    <a:p>
                      <a:pPr algn="r"/>
                      <a:r>
                        <a:rPr sz="1300" b="0">
                          <a:solidFill>
                            <a:schemeClr val="tx1"/>
                          </a:solidFill>
                        </a:rPr>
                        <a:t>133.9K</a:t>
                      </a:r>
                    </a:p>
                  </a:txBody>
                  <a:tcPr marL="73152" marR="73152" anchor="ctr">
                    <a:solidFill>
                      <a:srgbClr val="F2F2F2"/>
                    </a:solidFill>
                  </a:tcPr>
                </a:tc>
                <a:tc>
                  <a:txBody>
                    <a:bodyPr/>
                    <a:lstStyle/>
                    <a:p>
                      <a:pPr algn="r"/>
                      <a:r>
                        <a:rPr sz="1300" b="0">
                          <a:solidFill>
                            <a:schemeClr val="tx1"/>
                          </a:solidFill>
                        </a:rPr>
                        <a:t>8.5K</a:t>
                      </a:r>
                    </a:p>
                  </a:txBody>
                  <a:tcPr marL="73152" marR="73152" anchor="ctr">
                    <a:solidFill>
                      <a:srgbClr val="F2F2F2"/>
                    </a:solidFill>
                  </a:tcPr>
                </a:tc>
                <a:tc>
                  <a:txBody>
                    <a:bodyPr/>
                    <a:lstStyle/>
                    <a:p>
                      <a:pPr algn="r"/>
                      <a:r>
                        <a:rPr sz="1300" b="0">
                          <a:solidFill>
                            <a:schemeClr val="tx1"/>
                          </a:solidFill>
                        </a:rPr>
                        <a:t>142.4K</a:t>
                      </a:r>
                    </a:p>
                  </a:txBody>
                  <a:tcPr marL="73152" marR="73152" anchor="ctr">
                    <a:solidFill>
                      <a:srgbClr val="F2F2F2"/>
                    </a:solidFill>
                  </a:tcPr>
                </a:tc>
                <a:tc>
                  <a:txBody>
                    <a:bodyPr/>
                    <a:lstStyle/>
                    <a:p>
                      <a:pPr algn="r"/>
                      <a:r>
                        <a:rPr sz="1300" b="1">
                          <a:solidFill>
                            <a:schemeClr val="accent4"/>
                          </a:solidFill>
                        </a:rPr>
                        <a:t>102.3K</a:t>
                      </a:r>
                    </a:p>
                  </a:txBody>
                  <a:tcPr marL="73152" marR="73152" anchor="ctr">
                    <a:solidFill>
                      <a:srgbClr val="F2F2F2"/>
                    </a:solidFill>
                  </a:tcPr>
                </a:tc>
                <a:tc>
                  <a:txBody>
                    <a:bodyPr/>
                    <a:lstStyle/>
                    <a:p>
                      <a:pPr algn="r"/>
                      <a:r>
                        <a:rPr sz="1300" b="0">
                          <a:solidFill>
                            <a:schemeClr val="tx1"/>
                          </a:solidFill>
                        </a:rPr>
                        <a:t>435.4K (12 wk)</a:t>
                      </a:r>
                    </a:p>
                  </a:txBody>
                  <a:tcPr marL="73152" marR="73152" anchor="ctr">
                    <a:solidFill>
                      <a:srgbClr val="F2F2F2"/>
                    </a:solidFill>
                  </a:tcPr>
                </a:tc>
              </a:tr>
              <a:tr h="384048">
                <a:tc>
                  <a:txBody>
                    <a:bodyPr/>
                    <a:lstStyle/>
                    <a:p>
                      <a:pPr algn="l"/>
                      <a:r>
                        <a:rPr sz="1300" b="0">
                          <a:solidFill>
                            <a:schemeClr val="tx1"/>
                          </a:solidFill>
                        </a:rPr>
                        <a:t>v1</a:t>
                      </a:r>
                    </a:p>
                  </a:txBody>
                  <a:tcPr marL="73152" marR="73152" anchor="ctr">
                    <a:solidFill>
                      <a:srgbClr val="FFFFFF"/>
                    </a:solidFill>
                  </a:tcPr>
                </a:tc>
                <a:tc>
                  <a:txBody>
                    <a:bodyPr/>
                    <a:lstStyle/>
                    <a:p>
                      <a:pPr algn="r"/>
                      <a:r>
                        <a:rPr sz="1300" b="0">
                          <a:solidFill>
                            <a:schemeClr val="tx1"/>
                          </a:solidFill>
                        </a:rPr>
                        <a:t>10 (vs 16)</a:t>
                      </a:r>
                    </a:p>
                  </a:txBody>
                  <a:tcPr marL="73152" marR="73152" anchor="ctr">
                    <a:solidFill>
                      <a:srgbClr val="FFFFFF"/>
                    </a:solidFill>
                  </a:tcPr>
                </a:tc>
                <a:tc>
                  <a:txBody>
                    <a:bodyPr/>
                    <a:lstStyle/>
                    <a:p>
                      <a:pPr algn="r"/>
                      <a:r>
                        <a:rPr sz="1300" b="0">
                          <a:solidFill>
                            <a:schemeClr val="tx1"/>
                          </a:solidFill>
                        </a:rPr>
                        <a:t>4.5</a:t>
                      </a:r>
                    </a:p>
                  </a:txBody>
                  <a:tcPr marL="73152" marR="73152" anchor="ctr">
                    <a:solidFill>
                      <a:srgbClr val="FFFFFF"/>
                    </a:solidFill>
                  </a:tcPr>
                </a:tc>
                <a:tc>
                  <a:txBody>
                    <a:bodyPr/>
                    <a:lstStyle/>
                    <a:p>
                      <a:pPr algn="r"/>
                      <a:r>
                        <a:rPr sz="1300" b="0">
                          <a:solidFill>
                            <a:schemeClr val="tx1"/>
                          </a:solidFill>
                        </a:rPr>
                        <a:t>157.2K</a:t>
                      </a:r>
                    </a:p>
                  </a:txBody>
                  <a:tcPr marL="73152" marR="73152" anchor="ctr">
                    <a:solidFill>
                      <a:srgbClr val="FFFFFF"/>
                    </a:solidFill>
                  </a:tcPr>
                </a:tc>
                <a:tc>
                  <a:txBody>
                    <a:bodyPr/>
                    <a:lstStyle/>
                    <a:p>
                      <a:pPr algn="r"/>
                      <a:r>
                        <a:rPr sz="1300" b="0">
                          <a:solidFill>
                            <a:schemeClr val="tx1"/>
                          </a:solidFill>
                        </a:rPr>
                        <a:t>11.9K</a:t>
                      </a:r>
                    </a:p>
                  </a:txBody>
                  <a:tcPr marL="73152" marR="73152" anchor="ctr">
                    <a:solidFill>
                      <a:srgbClr val="FFFFFF"/>
                    </a:solidFill>
                  </a:tcPr>
                </a:tc>
                <a:tc>
                  <a:txBody>
                    <a:bodyPr/>
                    <a:lstStyle/>
                    <a:p>
                      <a:pPr algn="r"/>
                      <a:r>
                        <a:rPr sz="1300" b="0">
                          <a:solidFill>
                            <a:schemeClr val="tx1"/>
                          </a:solidFill>
                        </a:rPr>
                        <a:t>169.1K</a:t>
                      </a:r>
                    </a:p>
                  </a:txBody>
                  <a:tcPr marL="73152" marR="73152" anchor="ctr">
                    <a:solidFill>
                      <a:srgbClr val="FFFFFF"/>
                    </a:solidFill>
                  </a:tcPr>
                </a:tc>
                <a:tc>
                  <a:txBody>
                    <a:bodyPr/>
                    <a:lstStyle/>
                    <a:p>
                      <a:pPr algn="r"/>
                      <a:r>
                        <a:rPr sz="1300" b="1">
                          <a:solidFill>
                            <a:schemeClr val="accent4"/>
                          </a:solidFill>
                        </a:rPr>
                        <a:t>121.9K</a:t>
                      </a:r>
                    </a:p>
                  </a:txBody>
                  <a:tcPr marL="73152" marR="73152" anchor="ctr">
                    <a:solidFill>
                      <a:srgbClr val="FFFFFF"/>
                    </a:solidFill>
                  </a:tcPr>
                </a:tc>
                <a:tc>
                  <a:txBody>
                    <a:bodyPr/>
                    <a:lstStyle/>
                    <a:p>
                      <a:pPr algn="r"/>
                      <a:r>
                        <a:rPr sz="1300" b="0">
                          <a:solidFill>
                            <a:schemeClr val="tx1"/>
                          </a:solidFill>
                        </a:rPr>
                        <a:t>640.5K (16 wk)</a:t>
                      </a:r>
                    </a:p>
                  </a:txBody>
                  <a:tcPr marL="73152" marR="73152" anchor="ctr">
                    <a:solidFill>
                      <a:srgbClr val="FFFFFF"/>
                    </a:solidFill>
                  </a:tcPr>
                </a:tc>
              </a:tr>
              <a:tr h="384048">
                <a:tc>
                  <a:txBody>
                    <a:bodyPr/>
                    <a:lstStyle/>
                    <a:p>
                      <a:pPr algn="l"/>
                      <a:r>
                        <a:rPr sz="1300" b="0">
                          <a:solidFill>
                            <a:schemeClr val="tx1"/>
                          </a:solidFill>
                        </a:rPr>
                        <a:t>v2</a:t>
                      </a:r>
                    </a:p>
                  </a:txBody>
                  <a:tcPr marL="73152" marR="73152" anchor="ctr">
                    <a:solidFill>
                      <a:srgbClr val="F2F2F2"/>
                    </a:solidFill>
                  </a:tcPr>
                </a:tc>
                <a:tc>
                  <a:txBody>
                    <a:bodyPr/>
                    <a:lstStyle/>
                    <a:p>
                      <a:pPr algn="r"/>
                      <a:r>
                        <a:rPr sz="1300" b="0">
                          <a:solidFill>
                            <a:schemeClr val="tx1"/>
                          </a:solidFill>
                        </a:rPr>
                        <a:t>10 (vs 20)</a:t>
                      </a:r>
                    </a:p>
                  </a:txBody>
                  <a:tcPr marL="73152" marR="73152" anchor="ctr">
                    <a:solidFill>
                      <a:srgbClr val="F2F2F2"/>
                    </a:solidFill>
                  </a:tcPr>
                </a:tc>
                <a:tc>
                  <a:txBody>
                    <a:bodyPr/>
                    <a:lstStyle/>
                    <a:p>
                      <a:pPr algn="r"/>
                      <a:r>
                        <a:rPr sz="1300" b="0">
                          <a:solidFill>
                            <a:schemeClr val="tx1"/>
                          </a:solidFill>
                        </a:rPr>
                        <a:t>3.25</a:t>
                      </a:r>
                    </a:p>
                  </a:txBody>
                  <a:tcPr marL="73152" marR="73152" anchor="ctr">
                    <a:solidFill>
                      <a:srgbClr val="F2F2F2"/>
                    </a:solidFill>
                  </a:tcPr>
                </a:tc>
                <a:tc>
                  <a:txBody>
                    <a:bodyPr/>
                    <a:lstStyle/>
                    <a:p>
                      <a:pPr algn="r"/>
                      <a:r>
                        <a:rPr sz="1300" b="0">
                          <a:solidFill>
                            <a:schemeClr val="tx1"/>
                          </a:solidFill>
                        </a:rPr>
                        <a:t>112.2K</a:t>
                      </a:r>
                    </a:p>
                  </a:txBody>
                  <a:tcPr marL="73152" marR="73152" anchor="ctr">
                    <a:solidFill>
                      <a:srgbClr val="F2F2F2"/>
                    </a:solidFill>
                  </a:tcPr>
                </a:tc>
                <a:tc>
                  <a:txBody>
                    <a:bodyPr/>
                    <a:lstStyle/>
                    <a:p>
                      <a:pPr algn="r"/>
                      <a:r>
                        <a:rPr sz="1300" b="0">
                          <a:solidFill>
                            <a:schemeClr val="tx1"/>
                          </a:solidFill>
                        </a:rPr>
                        <a:t>10.5K</a:t>
                      </a:r>
                    </a:p>
                  </a:txBody>
                  <a:tcPr marL="73152" marR="73152" anchor="ctr">
                    <a:solidFill>
                      <a:srgbClr val="F2F2F2"/>
                    </a:solidFill>
                  </a:tcPr>
                </a:tc>
                <a:tc>
                  <a:txBody>
                    <a:bodyPr/>
                    <a:lstStyle/>
                    <a:p>
                      <a:pPr algn="r"/>
                      <a:r>
                        <a:rPr sz="1300" b="0">
                          <a:solidFill>
                            <a:schemeClr val="tx1"/>
                          </a:solidFill>
                        </a:rPr>
                        <a:t>122.7K</a:t>
                      </a:r>
                    </a:p>
                  </a:txBody>
                  <a:tcPr marL="73152" marR="73152" anchor="ctr">
                    <a:solidFill>
                      <a:srgbClr val="F2F2F2"/>
                    </a:solidFill>
                  </a:tcPr>
                </a:tc>
                <a:tc>
                  <a:txBody>
                    <a:bodyPr/>
                    <a:lstStyle/>
                    <a:p>
                      <a:pPr algn="r"/>
                      <a:r>
                        <a:rPr sz="1300" b="1">
                          <a:solidFill>
                            <a:schemeClr val="accent4"/>
                          </a:solidFill>
                        </a:rPr>
                        <a:t>89.0K</a:t>
                      </a:r>
                    </a:p>
                  </a:txBody>
                  <a:tcPr marL="73152" marR="73152" anchor="ctr">
                    <a:solidFill>
                      <a:srgbClr val="F2F2F2"/>
                    </a:solidFill>
                  </a:tcPr>
                </a:tc>
                <a:tc>
                  <a:txBody>
                    <a:bodyPr/>
                    <a:lstStyle/>
                    <a:p>
                      <a:pPr algn="r"/>
                      <a:r>
                        <a:rPr sz="1300" b="0">
                          <a:solidFill>
                            <a:schemeClr val="tx1"/>
                          </a:solidFill>
                        </a:rPr>
                        <a:t>689.6K (20 wk)</a:t>
                      </a:r>
                    </a:p>
                  </a:txBody>
                  <a:tcPr marL="73152" marR="73152" anchor="ctr">
                    <a:solidFill>
                      <a:srgbClr val="F2F2F2"/>
                    </a:solidFill>
                  </a:tcPr>
                </a:tc>
              </a:tr>
              <a:tr h="384048">
                <a:tc>
                  <a:txBody>
                    <a:bodyPr/>
                    <a:lstStyle/>
                    <a:p>
                      <a:pPr algn="l"/>
                      <a:r>
                        <a:rPr sz="1300" b="1">
                          <a:solidFill>
                            <a:schemeClr val="tx1"/>
                          </a:solidFill>
                        </a:rPr>
                        <a:t>Total</a:t>
                      </a:r>
                    </a:p>
                  </a:txBody>
                  <a:tcPr marL="73152" marR="73152" anchor="ctr">
                    <a:solidFill>
                      <a:srgbClr val="E6E6E6"/>
                    </a:solidFill>
                  </a:tcPr>
                </a:tc>
                <a:tc>
                  <a:txBody>
                    <a:bodyPr/>
                    <a:lstStyle/>
                    <a:p>
                      <a:pPr algn="r"/>
                      <a:r>
                        <a:rPr sz="1300" b="1">
                          <a:solidFill>
                            <a:schemeClr val="tx1"/>
                          </a:solidFill>
                        </a:rPr>
                        <a:t>33 (vs 52)</a:t>
                      </a:r>
                    </a:p>
                  </a:txBody>
                  <a:tcPr marL="73152" marR="73152" anchor="ctr">
                    <a:solidFill>
                      <a:srgbClr val="E6E6E6"/>
                    </a:solidFill>
                  </a:tcPr>
                </a:tc>
                <a:tc>
                  <a:txBody>
                    <a:bodyPr/>
                    <a:lstStyle/>
                    <a:p>
                      <a:pPr algn="r"/>
                      <a:r>
                        <a:rPr sz="1300" b="1">
                          <a:solidFill>
                            <a:schemeClr val="tx1"/>
                          </a:solidFill>
                        </a:rPr>
                        <a:t/>
                      </a:r>
                    </a:p>
                  </a:txBody>
                  <a:tcPr marL="73152" marR="73152" anchor="ctr">
                    <a:solidFill>
                      <a:srgbClr val="E6E6E6"/>
                    </a:solidFill>
                  </a:tcPr>
                </a:tc>
                <a:tc>
                  <a:txBody>
                    <a:bodyPr/>
                    <a:lstStyle/>
                    <a:p>
                      <a:pPr algn="r"/>
                      <a:r>
                        <a:rPr sz="1300" b="1">
                          <a:solidFill>
                            <a:schemeClr val="tx1"/>
                          </a:solidFill>
                        </a:rPr>
                        <a:t>426.0K</a:t>
                      </a:r>
                    </a:p>
                  </a:txBody>
                  <a:tcPr marL="73152" marR="73152" anchor="ctr">
                    <a:solidFill>
                      <a:srgbClr val="E6E6E6"/>
                    </a:solidFill>
                  </a:tcPr>
                </a:tc>
                <a:tc>
                  <a:txBody>
                    <a:bodyPr/>
                    <a:lstStyle/>
                    <a:p>
                      <a:pPr algn="r"/>
                      <a:r>
                        <a:rPr sz="1300" b="1">
                          <a:solidFill>
                            <a:schemeClr val="tx1"/>
                          </a:solidFill>
                        </a:rPr>
                        <a:t>31.2K</a:t>
                      </a:r>
                    </a:p>
                  </a:txBody>
                  <a:tcPr marL="73152" marR="73152" anchor="ctr">
                    <a:solidFill>
                      <a:srgbClr val="E6E6E6"/>
                    </a:solidFill>
                  </a:tcPr>
                </a:tc>
                <a:tc>
                  <a:txBody>
                    <a:bodyPr/>
                    <a:lstStyle/>
                    <a:p>
                      <a:pPr algn="r"/>
                      <a:r>
                        <a:rPr sz="1300" b="1">
                          <a:solidFill>
                            <a:schemeClr val="tx1"/>
                          </a:solidFill>
                        </a:rPr>
                        <a:t>457.2K</a:t>
                      </a:r>
                    </a:p>
                  </a:txBody>
                  <a:tcPr marL="73152" marR="73152" anchor="ctr">
                    <a:solidFill>
                      <a:srgbClr val="E6E6E6"/>
                    </a:solidFill>
                  </a:tcPr>
                </a:tc>
                <a:tc>
                  <a:txBody>
                    <a:bodyPr/>
                    <a:lstStyle/>
                    <a:p>
                      <a:pPr algn="r"/>
                      <a:r>
                        <a:rPr sz="1300" b="1">
                          <a:solidFill>
                            <a:schemeClr val="accent4"/>
                          </a:solidFill>
                        </a:rPr>
                        <a:t>329.4K</a:t>
                      </a:r>
                    </a:p>
                  </a:txBody>
                  <a:tcPr marL="73152" marR="73152" anchor="ctr">
                    <a:solidFill>
                      <a:srgbClr val="E6E6E6"/>
                    </a:solidFill>
                  </a:tcPr>
                </a:tc>
                <a:tc>
                  <a:txBody>
                    <a:bodyPr/>
                    <a:lstStyle/>
                    <a:p>
                      <a:pPr algn="r"/>
                      <a:r>
                        <a:rPr sz="1300" b="1">
                          <a:solidFill>
                            <a:schemeClr val="tx1"/>
                          </a:solidFill>
                        </a:rPr>
                        <a:t>1.82M (52 wk)</a:t>
                      </a:r>
                    </a:p>
                  </a:txBody>
                  <a:tcPr marL="73152" marR="73152" anchor="ctr">
                    <a:solidFill>
                      <a:srgbClr val="E6E6E6"/>
                    </a:solidFill>
                  </a:tcPr>
                </a:tc>
              </a:tr>
            </a:tbl>
          </a:graphicData>
        </a:graphic>
      </p:graphicFrame>
      <p:sp>
        <p:nvSpPr>
          <p:cNvPr id="5" name="Callout CAD 165K"/>
          <p:cNvSpPr/>
          <p:nvPr/>
        </p:nvSpPr>
        <p:spPr>
          <a:xfrm>
            <a:off x="457200" y="4937760"/>
            <a:ext cx="3611880" cy="914400"/>
          </a:xfrm>
          <a:prstGeom prst="roundRect">
            <a:avLst>
              <a:gd name="adj" fmla="val 8000"/>
            </a:avLst>
          </a:prstGeom>
          <a:solidFill>
            <a:schemeClr val="bg2"/>
          </a:solidFill>
          <a:ln w="9525">
            <a:solidFill>
              <a:srgbClr val="A0A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llout CAD 165K figure"/>
          <p:cNvSpPr txBox="1"/>
          <p:nvPr/>
        </p:nvSpPr>
        <p:spPr>
          <a:xfrm>
            <a:off x="685800" y="5010912"/>
            <a:ext cx="3200400" cy="411480"/>
          </a:xfrm>
          <a:prstGeom prst="rect">
            <a:avLst/>
          </a:prstGeom>
          <a:noFill/>
        </p:spPr>
        <p:txBody>
          <a:bodyPr wrap="square" lIns="0" rIns="0" tIns="0" bIns="0" anchor="t">
            <a:spAutoFit/>
          </a:bodyPr>
          <a:lstStyle/>
          <a:p>
            <a:pPr algn="l"/>
            <a:r>
              <a:rPr sz="2400" b="1">
                <a:solidFill>
                  <a:schemeClr val="accent4"/>
                </a:solidFill>
              </a:rPr>
              <a:t>CAD 165K</a:t>
            </a:r>
          </a:p>
        </p:txBody>
      </p:sp>
      <p:sp>
        <p:nvSpPr>
          <p:cNvPr id="7" name="Callout CAD 165K text"/>
          <p:cNvSpPr txBox="1"/>
          <p:nvPr/>
        </p:nvSpPr>
        <p:spPr>
          <a:xfrm>
            <a:off x="685800" y="5468112"/>
            <a:ext cx="3200400" cy="320040"/>
          </a:xfrm>
          <a:prstGeom prst="rect">
            <a:avLst/>
          </a:prstGeom>
          <a:noFill/>
        </p:spPr>
        <p:txBody>
          <a:bodyPr wrap="square" lIns="0" rIns="0" tIns="0" bIns="0" anchor="t">
            <a:spAutoFit/>
          </a:bodyPr>
          <a:lstStyle/>
          <a:p>
            <a:pPr algn="l"/>
            <a:r>
              <a:rPr sz="1200" b="0"/>
              <a:t>billed to a running pilot (CAD 118K true), week 13</a:t>
            </a:r>
          </a:p>
        </p:txBody>
      </p:sp>
      <p:sp>
        <p:nvSpPr>
          <p:cNvPr id="8" name="Callout CAD 457K"/>
          <p:cNvSpPr/>
          <p:nvPr/>
        </p:nvSpPr>
        <p:spPr>
          <a:xfrm>
            <a:off x="4288536" y="4937760"/>
            <a:ext cx="3611880" cy="914400"/>
          </a:xfrm>
          <a:prstGeom prst="roundRect">
            <a:avLst>
              <a:gd name="adj" fmla="val 8000"/>
            </a:avLst>
          </a:prstGeom>
          <a:solidFill>
            <a:schemeClr val="bg2"/>
          </a:solidFill>
          <a:ln w="9525">
            <a:solidFill>
              <a:srgbClr val="A0A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llout CAD 457K figure"/>
          <p:cNvSpPr txBox="1"/>
          <p:nvPr/>
        </p:nvSpPr>
        <p:spPr>
          <a:xfrm>
            <a:off x="4517136" y="5010912"/>
            <a:ext cx="3200400" cy="411480"/>
          </a:xfrm>
          <a:prstGeom prst="rect">
            <a:avLst/>
          </a:prstGeom>
          <a:noFill/>
        </p:spPr>
        <p:txBody>
          <a:bodyPr wrap="square" lIns="0" rIns="0" tIns="0" bIns="0" anchor="t">
            <a:spAutoFit/>
          </a:bodyPr>
          <a:lstStyle/>
          <a:p>
            <a:pPr algn="l"/>
            <a:r>
              <a:rPr sz="2400" b="1">
                <a:solidFill>
                  <a:schemeClr val="accent4"/>
                </a:solidFill>
              </a:rPr>
              <a:t>CAD 457K</a:t>
            </a:r>
          </a:p>
        </p:txBody>
      </p:sp>
      <p:sp>
        <p:nvSpPr>
          <p:cNvPr id="10" name="Callout CAD 457K text"/>
          <p:cNvSpPr txBox="1"/>
          <p:nvPr/>
        </p:nvSpPr>
        <p:spPr>
          <a:xfrm>
            <a:off x="4517136" y="5468112"/>
            <a:ext cx="3200400" cy="320040"/>
          </a:xfrm>
          <a:prstGeom prst="rect">
            <a:avLst/>
          </a:prstGeom>
          <a:noFill/>
        </p:spPr>
        <p:txBody>
          <a:bodyPr wrap="square" lIns="0" rIns="0" tIns="0" bIns="0" anchor="t">
            <a:spAutoFit/>
          </a:bodyPr>
          <a:lstStyle/>
          <a:p>
            <a:pPr algn="l"/>
            <a:r>
              <a:rPr sz="1200" b="0"/>
              <a:t>billed to v2 (CAD 329K true), week 33</a:t>
            </a:r>
          </a:p>
        </p:txBody>
      </p:sp>
      <p:sp>
        <p:nvSpPr>
          <p:cNvPr id="11" name="Callout 75% less"/>
          <p:cNvSpPr/>
          <p:nvPr/>
        </p:nvSpPr>
        <p:spPr>
          <a:xfrm>
            <a:off x="8119872" y="4937760"/>
            <a:ext cx="3611880" cy="914400"/>
          </a:xfrm>
          <a:prstGeom prst="roundRect">
            <a:avLst>
              <a:gd name="adj" fmla="val 8000"/>
            </a:avLst>
          </a:prstGeom>
          <a:solidFill>
            <a:schemeClr val="bg2"/>
          </a:solidFill>
          <a:ln w="9525">
            <a:solidFill>
              <a:srgbClr val="A0A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llout 75% less figure"/>
          <p:cNvSpPr txBox="1"/>
          <p:nvPr/>
        </p:nvSpPr>
        <p:spPr>
          <a:xfrm>
            <a:off x="8348472" y="5010912"/>
            <a:ext cx="3200400" cy="411480"/>
          </a:xfrm>
          <a:prstGeom prst="rect">
            <a:avLst/>
          </a:prstGeom>
          <a:noFill/>
        </p:spPr>
        <p:txBody>
          <a:bodyPr wrap="square" lIns="0" rIns="0" tIns="0" bIns="0" anchor="t">
            <a:spAutoFit/>
          </a:bodyPr>
          <a:lstStyle/>
          <a:p>
            <a:pPr algn="l"/>
            <a:r>
              <a:rPr sz="2400" b="1">
                <a:solidFill>
                  <a:schemeClr val="accent4"/>
                </a:solidFill>
              </a:rPr>
              <a:t>75% less</a:t>
            </a:r>
          </a:p>
        </p:txBody>
      </p:sp>
      <p:sp>
        <p:nvSpPr>
          <p:cNvPr id="13" name="Callout 75% less text"/>
          <p:cNvSpPr txBox="1"/>
          <p:nvPr/>
        </p:nvSpPr>
        <p:spPr>
          <a:xfrm>
            <a:off x="8348472" y="5468112"/>
            <a:ext cx="3200400" cy="320040"/>
          </a:xfrm>
          <a:prstGeom prst="rect">
            <a:avLst/>
          </a:prstGeom>
          <a:noFill/>
        </p:spPr>
        <p:txBody>
          <a:bodyPr wrap="square" lIns="0" rIns="0" tIns="0" bIns="0" anchor="t">
            <a:spAutoFit/>
          </a:bodyPr>
          <a:lstStyle/>
          <a:p>
            <a:pPr algn="l"/>
            <a:r>
              <a:rPr sz="1200" b="0"/>
              <a:t>vs CAD 1.82M traditional, same rates</a:t>
            </a:r>
          </a:p>
        </p:txBody>
      </p:sp>
      <p:sp>
        <p:nvSpPr>
          <p:cNvPr id="14" name="Footnote"/>
          <p:cNvSpPr txBox="1"/>
          <p:nvPr/>
        </p:nvSpPr>
        <p:spPr>
          <a:xfrm>
            <a:off x="457200" y="5989320"/>
            <a:ext cx="11247120" cy="365760"/>
          </a:xfrm>
          <a:prstGeom prst="rect">
            <a:avLst/>
          </a:prstGeom>
          <a:noFill/>
        </p:spPr>
        <p:txBody>
          <a:bodyPr wrap="square" lIns="0" rIns="0" tIns="0" bIns="0" anchor="t">
            <a:spAutoFit/>
          </a:bodyPr>
          <a:lstStyle/>
          <a:p>
            <a:pPr algn="l"/>
            <a:r>
              <a:rPr sz="1000" b="0">
                <a:solidFill>
                  <a:srgbClr val="595959"/>
                </a:solidFill>
              </a:rPr>
              <a:t>Rates: DM/PO and L&amp;D onshore at CAD 150/h; India technical roles CAD 55–103/h (market midpoints, 1 USD = 1.38 CAD). Tokens at Anthropic list prices. Excludes 15–20% contingency.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096D-40B0-DD39-CACF-B0B5CFEBF010}"/>
            </a:ext>
          </a:extLst>
        </p:cNvPr>
        <p:cNvGrpSpPr/>
        <p:nvPr/>
      </p:nvGrpSpPr>
      <p:grpSpPr>
        <a:xfrm>
          <a:off x="0" y="0"/>
          <a:ext cx="0" cy="0"/>
          <a:chOff x="0" y="0"/>
          <a:chExt cx="0" cy="0"/>
        </a:xfrm>
      </p:grpSpPr>
      <p:pic>
        <p:nvPicPr>
          <p:cNvPr id="2050" name="Picture 2" descr="Dark violet abstract modern background AI Generated | Premium AI-generated  image">
            <a:extLst>
              <a:ext uri="{FF2B5EF4-FFF2-40B4-BE49-F238E27FC236}">
                <a16:creationId xmlns:a16="http://schemas.microsoft.com/office/drawing/2014/main" id="{06092CD4-8822-70D9-8B42-6F5063CA9497}"/>
              </a:ext>
            </a:extLst>
          </p:cNvPr>
          <p:cNvPicPr>
            <a:picLocks noGrp="1" noChangeAspect="1" noChangeArrowheads="1"/>
          </p:cNvPicPr>
          <p:nvPr>
            <p:ph type="pic" sz="quarter" idx="16"/>
          </p:nvPr>
        </p:nvPicPr>
        <p:blipFill>
          <a:blip r:embed="rId3">
            <a:extLst>
              <a:ext uri="{28A0092B-C50C-407E-A947-70E740481C1C}">
                <a14:useLocalDpi xmlns:a14="http://schemas.microsoft.com/office/drawing/2010/main" val="0"/>
              </a:ext>
            </a:extLst>
          </a:blip>
          <a:srcRect l="20394" r="20394"/>
          <a:stretch/>
        </p:blipFill>
        <p:spPr bwMode="auto">
          <a:xfrm>
            <a:off x="6096000" y="0"/>
            <a:ext cx="6096000" cy="6858000"/>
          </a:xfr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30ABBE25-0529-63D8-2DFC-BCCC7F98F2CA}"/>
              </a:ext>
            </a:extLst>
          </p:cNvPr>
          <p:cNvSpPr>
            <a:spLocks noGrp="1"/>
          </p:cNvSpPr>
          <p:nvPr>
            <p:ph type="title"/>
          </p:nvPr>
        </p:nvSpPr>
        <p:spPr>
          <a:xfrm>
            <a:off x="457200" y="723900"/>
            <a:ext cx="5530849" cy="457200"/>
          </a:xfrm>
        </p:spPr>
        <p:txBody>
          <a:bodyPr/>
          <a:lstStyle/>
          <a:p>
            <a:r>
              <a:rPr lang="en-US"/>
              <a:t>Our Ask: Sponsor a 13-Week Pilot</a:t>
            </a:r>
          </a:p>
        </p:txBody>
      </p:sp>
      <p:sp>
        <p:nvSpPr>
          <p:cNvPr id="9" name="Rectangle 8">
            <a:extLst>
              <a:ext uri="{FF2B5EF4-FFF2-40B4-BE49-F238E27FC236}">
                <a16:creationId xmlns:a16="http://schemas.microsoft.com/office/drawing/2014/main" id="{C04C53BD-A24E-9CF9-718F-CE54FF152EE1}"/>
              </a:ext>
            </a:extLst>
          </p:cNvPr>
          <p:cNvSpPr/>
          <p:nvPr/>
        </p:nvSpPr>
        <p:spPr bwMode="auto">
          <a:xfrm>
            <a:off x="6096000" y="34247"/>
            <a:ext cx="6096000" cy="6858000"/>
          </a:xfrm>
          <a:prstGeom prst="rect">
            <a:avLst/>
          </a:prstGeom>
          <a:solidFill>
            <a:schemeClr val="accent1">
              <a:alpha val="64000"/>
            </a:schemeClr>
          </a:solidFill>
          <a:ln>
            <a:no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6" name="TextBox 5">
            <a:extLst>
              <a:ext uri="{FF2B5EF4-FFF2-40B4-BE49-F238E27FC236}">
                <a16:creationId xmlns:a16="http://schemas.microsoft.com/office/drawing/2014/main" id="{BCB66DFF-77AD-4430-D4AA-0F112300765B}"/>
              </a:ext>
            </a:extLst>
          </p:cNvPr>
          <p:cNvSpPr txBox="1"/>
          <p:nvPr/>
        </p:nvSpPr>
        <p:spPr>
          <a:xfrm>
            <a:off x="468162" y="1145849"/>
            <a:ext cx="5530850" cy="498085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
                <a:ea typeface="Calibri"/>
                <a:cs typeface="Arial"/>
              </a:rPr>
              <a:t>We are asking for a decision to start discovery: about CAD 165K billed (CAD 118K true cost) to reach the pilot gate, released one gate at a time.</a:t>
            </a:r>
            <a:endParaRPr kumimoji="0" lang="en-US" sz="1400" b="0" i="0" u="none" strike="noStrike" kern="1200" cap="none" spc="0" normalizeH="0" baseline="0" noProof="0">
              <a:ln>
                <a:noFill/>
              </a:ln>
              <a:solidFill>
                <a:srgbClr val="000000"/>
              </a:solidFill>
              <a:effectLst/>
              <a:uLnTx/>
              <a:uFillTx/>
              <a:latin typeface="Calibri  "/>
              <a:ea typeface="Calibri"/>
              <a:cs typeface="Arial"/>
            </a:endParaRPr>
          </a:p>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600" b="1" i="0" u="none" strike="noStrike" kern="1200" cap="none" spc="130" normalizeH="0" baseline="0" noProof="0">
              <a:ln>
                <a:noFill/>
              </a:ln>
              <a:solidFill>
                <a:srgbClr val="000000"/>
              </a:solidFill>
              <a:effectLst/>
              <a:uLnTx/>
              <a:uFillTx/>
              <a:latin typeface="Calibri  "/>
              <a:ea typeface="Calibri"/>
              <a:cs typeface="Arial"/>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600" b="1" i="0" u="none" strike="noStrike" kern="1200" cap="none" spc="130" normalizeH="0" baseline="0" noProof="0">
                <a:ln>
                  <a:noFill/>
                </a:ln>
                <a:solidFill>
                  <a:srgbClr val="000000"/>
                </a:solidFill>
                <a:effectLst/>
                <a:uLnTx/>
                <a:uFillTx/>
                <a:latin typeface="Calibri  "/>
                <a:ea typeface="Calibri"/>
                <a:cs typeface="Arial"/>
              </a:rPr>
              <a:t>What We Need</a:t>
            </a:r>
          </a:p>
          <a:p>
            <a:pPr lvl="0">
              <a:spcAft>
                <a:spcPts val="200"/>
              </a:spcAft>
            </a:pPr>
            <a:r>
              <a:rPr lang="en-US" sz="1400">
                <a:solidFill>
                  <a:srgbClr val="000000"/>
                </a:solidFill>
                <a:latin typeface="Calibri  "/>
              </a:rPr>
              <a:t>Four decisions in the next month:</a:t>
            </a:r>
          </a:p>
          <a:p>
            <a:pPr marL="182880" lvl="0" indent="-182880">
              <a:spcAft>
                <a:spcPts val="200"/>
              </a:spcAft>
              <a:buFont typeface="Arial" panose="020B0604020202020204" pitchFamily="34" charset="0"/>
              <a:buChar char="•"/>
            </a:pPr>
            <a:r>
              <a:rPr kumimoji="0" lang="en-US" sz="1400" b="1" i="0" u="none" strike="noStrike" kern="1200" cap="none" spc="0" normalizeH="0" baseline="0" noProof="0">
                <a:ln>
                  <a:noFill/>
                </a:ln>
                <a:solidFill>
                  <a:srgbClr val="000000"/>
                </a:solidFill>
                <a:effectLst/>
                <a:uLnTx/>
                <a:uFillTx/>
                <a:latin typeface="Calibri  "/>
                <a:ea typeface="Calibri"/>
                <a:cs typeface="Arial"/>
              </a:rPr>
              <a:t xml:space="preserve">Sponsor and cohort: </a:t>
            </a:r>
            <a:r>
              <a:rPr lang="en-US" sz="1400">
                <a:solidFill>
                  <a:srgbClr val="000000"/>
                </a:solidFill>
                <a:latin typeface="Calibri  "/>
                <a:ea typeface="Calibri"/>
                <a:cs typeface="Arial"/>
              </a:rPr>
              <a:t>an executive sponsor and a named delivery team to pilot with</a:t>
            </a:r>
          </a:p>
          <a:p>
            <a:pPr marL="182880" lvl="0" indent="-182880">
              <a:spcAft>
                <a:spcPts val="200"/>
              </a:spcAft>
              <a:buFont typeface="Arial" panose="020B0604020202020204" pitchFamily="34" charset="0"/>
              <a:buChar char="•"/>
            </a:pPr>
            <a:r>
              <a:rPr kumimoji="0" lang="en-US" sz="1400" b="1" i="0" u="none" strike="noStrike" kern="1200" cap="none" spc="0" normalizeH="0" baseline="0" noProof="0">
                <a:ln>
                  <a:noFill/>
                </a:ln>
                <a:solidFill>
                  <a:srgbClr val="000000"/>
                </a:solidFill>
                <a:effectLst/>
                <a:uLnTx/>
                <a:uFillTx/>
                <a:latin typeface="Calibri  "/>
                <a:ea typeface="Calibri"/>
                <a:cs typeface="Arial"/>
              </a:rPr>
              <a:t xml:space="preserve">L&amp;D partner: </a:t>
            </a:r>
            <a:r>
              <a:rPr lang="en-US" sz="1400">
                <a:solidFill>
                  <a:srgbClr val="000000"/>
                </a:solidFill>
                <a:latin typeface="Calibri  "/>
                <a:ea typeface="Calibri"/>
                <a:cs typeface="Arial"/>
              </a:rPr>
              <a:t>a central L&amp;D owner for scenarios, rubrics and author access</a:t>
            </a:r>
          </a:p>
          <a:p>
            <a:pPr marL="182880" lvl="0" indent="-182880">
              <a:spcAft>
                <a:spcPts val="200"/>
              </a:spcAft>
              <a:buFont typeface="Arial" panose="020B0604020202020204" pitchFamily="34" charset="0"/>
              <a:buChar char="•"/>
            </a:pPr>
            <a:r>
              <a:rPr kumimoji="0" lang="en-US" sz="1400" b="1" i="0" u="none" strike="noStrike" kern="1200" cap="none" spc="0" normalizeH="0" baseline="0" noProof="0">
                <a:ln>
                  <a:noFill/>
                </a:ln>
                <a:solidFill>
                  <a:srgbClr val="000000"/>
                </a:solidFill>
                <a:effectLst/>
                <a:uLnTx/>
                <a:uFillTx/>
                <a:latin typeface="Calibri  "/>
                <a:ea typeface="Calibri"/>
                <a:cs typeface="Arial"/>
              </a:rPr>
              <a:t xml:space="preserve">HR and legal: </a:t>
            </a:r>
            <a:r>
              <a:rPr lang="en-US" sz="1400">
                <a:solidFill>
                  <a:srgbClr val="000000"/>
                </a:solidFill>
                <a:latin typeface="Calibri  "/>
                <a:ea typeface="Calibri"/>
                <a:cs typeface="Arial"/>
              </a:rPr>
              <a:t>sign-off on recording, consent and who sees results</a:t>
            </a:r>
          </a:p>
          <a:p>
            <a:pPr marL="182880" lvl="0" indent="-182880">
              <a:spcAft>
                <a:spcPts val="200"/>
              </a:spcAft>
              <a:buFont typeface="Arial" panose="020B0604020202020204" pitchFamily="34" charset="0"/>
              <a:buChar char="•"/>
            </a:pPr>
            <a:r>
              <a:rPr kumimoji="0" lang="en-US" sz="1400" b="1" i="0" u="none" strike="noStrike" kern="1200" cap="none" spc="0" normalizeH="0" baseline="0" noProof="0">
                <a:ln>
                  <a:noFill/>
                </a:ln>
                <a:solidFill>
                  <a:srgbClr val="000000"/>
                </a:solidFill>
                <a:effectLst/>
                <a:uLnTx/>
                <a:uFillTx/>
                <a:latin typeface="Calibri  "/>
                <a:ea typeface="Calibri"/>
                <a:cs typeface="Arial"/>
              </a:rPr>
              <a:t xml:space="preserve">Providers: </a:t>
            </a:r>
            <a:r>
              <a:rPr lang="en-US" sz="1400">
                <a:solidFill>
                  <a:srgbClr val="000000"/>
                </a:solidFill>
                <a:latin typeface="Calibri  "/>
                <a:ea typeface="Calibri"/>
                <a:cs typeface="Arial"/>
              </a:rPr>
              <a:t>approved model and speech vendors, and a data region</a:t>
            </a:r>
          </a:p>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600" b="1" i="0" u="none" strike="noStrike" kern="1200" cap="none" spc="130" normalizeH="0" baseline="0" noProof="0">
              <a:ln>
                <a:noFill/>
              </a:ln>
              <a:solidFill>
                <a:srgbClr val="000000"/>
              </a:solidFill>
              <a:effectLst/>
              <a:uLnTx/>
              <a:uFillTx/>
              <a:latin typeface="Calibri  "/>
              <a:ea typeface="Calibri"/>
              <a:cs typeface="Arial"/>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600" b="1" i="0" u="none" strike="noStrike" kern="1200" cap="none" spc="130" normalizeH="0" baseline="0" noProof="0">
                <a:ln>
                  <a:noFill/>
                </a:ln>
                <a:solidFill>
                  <a:srgbClr val="000000"/>
                </a:solidFill>
                <a:effectLst/>
                <a:uLnTx/>
                <a:uFillTx/>
                <a:latin typeface="Calibri  "/>
                <a:ea typeface="Calibri"/>
                <a:cs typeface="Arial"/>
              </a:rPr>
              <a:t>Already Done</a:t>
            </a:r>
          </a:p>
          <a:p>
            <a:pPr lvl="0">
              <a:spcAft>
                <a:spcPts val="200"/>
              </a:spcAft>
            </a:pPr>
            <a:r>
              <a:rPr lang="en-US" sz="1400">
                <a:solidFill>
                  <a:srgbClr val="000000"/>
                </a:solidFill>
                <a:latin typeface="Calibri  "/>
              </a:rPr>
              <a:t>Product specification, technical architecture and the first build plan are complete and in the repository.</a:t>
            </a:r>
          </a:p>
        </p:txBody>
      </p:sp>
      <p:grpSp>
        <p:nvGrpSpPr>
          <p:cNvPr id="37" name="Group 36">
            <a:extLst>
              <a:ext uri="{FF2B5EF4-FFF2-40B4-BE49-F238E27FC236}">
                <a16:creationId xmlns:a16="http://schemas.microsoft.com/office/drawing/2014/main" id="{BBDF95A9-90F5-2AB4-0056-D8C9F486C2B3}"/>
              </a:ext>
            </a:extLst>
          </p:cNvPr>
          <p:cNvGrpSpPr/>
          <p:nvPr/>
        </p:nvGrpSpPr>
        <p:grpSpPr>
          <a:xfrm>
            <a:off x="7147420" y="1388093"/>
            <a:ext cx="4301201" cy="2876708"/>
            <a:chOff x="9459107" y="2994350"/>
            <a:chExt cx="2098572" cy="1214739"/>
          </a:xfrm>
        </p:grpSpPr>
        <p:sp>
          <p:nvSpPr>
            <p:cNvPr id="12" name="Прямоугольник: скругленные углы 21">
              <a:extLst>
                <a:ext uri="{FF2B5EF4-FFF2-40B4-BE49-F238E27FC236}">
                  <a16:creationId xmlns:a16="http://schemas.microsoft.com/office/drawing/2014/main" id="{D70A490B-FC15-5E15-E5C9-28A59AF97438}"/>
                </a:ext>
              </a:extLst>
            </p:cNvPr>
            <p:cNvSpPr/>
            <p:nvPr/>
          </p:nvSpPr>
          <p:spPr bwMode="auto">
            <a:xfrm>
              <a:off x="9459107" y="2994350"/>
              <a:ext cx="1961744" cy="1109983"/>
            </a:xfrm>
            <a:prstGeom prst="roundRect">
              <a:avLst>
                <a:gd name="adj" fmla="val 0"/>
              </a:avLst>
            </a:prstGeom>
            <a:solidFill>
              <a:schemeClr val="bg1">
                <a:alpha val="8000"/>
              </a:schemeClr>
            </a:solidFill>
            <a:ln w="12700">
              <a:gradFill>
                <a:gsLst>
                  <a:gs pos="44000">
                    <a:schemeClr val="accent2"/>
                  </a:gs>
                  <a:gs pos="74000">
                    <a:schemeClr val="accent5"/>
                  </a:gs>
                  <a:gs pos="99000">
                    <a:schemeClr val="accent4"/>
                  </a:gs>
                </a:gsLst>
                <a:lin ang="5400000" scaled="1"/>
              </a:gradFill>
            </a:ln>
          </p:spPr>
          <p:style>
            <a:lnRef idx="1">
              <a:schemeClr val="accent1"/>
            </a:lnRef>
            <a:fillRef idx="3">
              <a:schemeClr val="accent1"/>
            </a:fillRef>
            <a:effectRef idx="2">
              <a:schemeClr val="accent1"/>
            </a:effectRef>
            <a:fontRef idx="minor">
              <a:schemeClr val="lt1"/>
            </a:fontRef>
          </p:style>
          <p:txBody>
            <a:bodyPr lIns="144000" tIns="0" rIns="14400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3F4F6"/>
                  </a:solidFill>
                  <a:effectLst/>
                  <a:uLnTx/>
                  <a:uFillTx/>
                  <a:latin typeface="Calibri  "/>
                  <a:ea typeface="Calibri"/>
                  <a:cs typeface="Arial"/>
                </a:rPr>
                <a:t>13 weeks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3F4F6"/>
                  </a:solidFill>
                  <a:effectLst/>
                  <a:uLnTx/>
                  <a:uFillTx/>
                  <a:latin typeface="Calibri  "/>
                  <a:ea typeface="Calibri"/>
                  <a:cs typeface="Arial"/>
                </a:rPr>
                <a:t>to a running pilot</a:t>
              </a:r>
              <a:endParaRPr kumimoji="0" lang="en-US" sz="1400" b="0" i="0" u="none" strike="noStrike" kern="1200" cap="none" spc="0" normalizeH="0" baseline="0" noProof="0">
                <a:ln>
                  <a:noFill/>
                </a:ln>
                <a:solidFill>
                  <a:srgbClr val="F3F4F6"/>
                </a:solidFill>
                <a:effectLst/>
                <a:highlight>
                  <a:srgbClr val="FF00FF"/>
                </a:highlight>
                <a:uLnTx/>
                <a:uFillTx/>
                <a:latin typeface="Calibri  "/>
                <a:ea typeface="Calibri"/>
                <a:cs typeface="Arial"/>
              </a:endParaRPr>
            </a:p>
          </p:txBody>
        </p:sp>
        <p:sp>
          <p:nvSpPr>
            <p:cNvPr id="19" name="Прямоугольник: скругленные углы 21">
              <a:extLst>
                <a:ext uri="{FF2B5EF4-FFF2-40B4-BE49-F238E27FC236}">
                  <a16:creationId xmlns:a16="http://schemas.microsoft.com/office/drawing/2014/main" id="{9D5D31C5-8A25-18A4-1C86-E000837C0A5B}"/>
                </a:ext>
              </a:extLst>
            </p:cNvPr>
            <p:cNvSpPr/>
            <p:nvPr/>
          </p:nvSpPr>
          <p:spPr bwMode="auto">
            <a:xfrm>
              <a:off x="9595935" y="3099106"/>
              <a:ext cx="1961744" cy="1109983"/>
            </a:xfrm>
            <a:prstGeom prst="roundRect">
              <a:avLst>
                <a:gd name="adj" fmla="val 0"/>
              </a:avLst>
            </a:prstGeom>
            <a:noFill/>
            <a:ln w="12700">
              <a:gradFill>
                <a:gsLst>
                  <a:gs pos="44000">
                    <a:schemeClr val="accent2"/>
                  </a:gs>
                  <a:gs pos="74000">
                    <a:schemeClr val="accent5"/>
                  </a:gs>
                  <a:gs pos="99000">
                    <a:schemeClr val="accent4"/>
                  </a:gs>
                </a:gsLst>
                <a:lin ang="5400000" scaled="1"/>
              </a:gradFill>
            </a:ln>
          </p:spPr>
          <p:style>
            <a:lnRef idx="1">
              <a:schemeClr val="accent1"/>
            </a:lnRef>
            <a:fillRef idx="3">
              <a:schemeClr val="accent1"/>
            </a:fillRef>
            <a:effectRef idx="2">
              <a:schemeClr val="accent1"/>
            </a:effectRef>
            <a:fontRef idx="minor">
              <a:schemeClr val="lt1"/>
            </a:fontRef>
          </p:style>
          <p:txBody>
            <a:bodyPr lIns="144000" tIns="0" rIns="14400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4F6"/>
                </a:solidFill>
                <a:effectLst/>
                <a:highlight>
                  <a:srgbClr val="FF00FF"/>
                </a:highlight>
                <a:uLnTx/>
                <a:uFillTx/>
                <a:latin typeface="Calibri  "/>
                <a:ea typeface="Calibri"/>
                <a:cs typeface="Arial"/>
              </a:endParaRPr>
            </a:p>
          </p:txBody>
        </p:sp>
      </p:grpSp>
      <p:grpSp>
        <p:nvGrpSpPr>
          <p:cNvPr id="20" name="Group 19">
            <a:extLst>
              <a:ext uri="{FF2B5EF4-FFF2-40B4-BE49-F238E27FC236}">
                <a16:creationId xmlns:a16="http://schemas.microsoft.com/office/drawing/2014/main" id="{D8C32366-037E-17D8-0A3D-89800F0B4EDD}"/>
              </a:ext>
            </a:extLst>
          </p:cNvPr>
          <p:cNvGrpSpPr/>
          <p:nvPr/>
        </p:nvGrpSpPr>
        <p:grpSpPr>
          <a:xfrm>
            <a:off x="6096000" y="5051632"/>
            <a:ext cx="6096000" cy="1823491"/>
            <a:chOff x="6095999" y="2594802"/>
            <a:chExt cx="6096000" cy="2316968"/>
          </a:xfrm>
        </p:grpSpPr>
        <p:sp>
          <p:nvSpPr>
            <p:cNvPr id="21" name="Content Placeholder 10">
              <a:extLst>
                <a:ext uri="{FF2B5EF4-FFF2-40B4-BE49-F238E27FC236}">
                  <a16:creationId xmlns:a16="http://schemas.microsoft.com/office/drawing/2014/main" id="{32DE3DA3-3AAD-5271-3FDE-6679B806F7B2}"/>
                </a:ext>
              </a:extLst>
            </p:cNvPr>
            <p:cNvSpPr txBox="1">
              <a:spLocks/>
            </p:cNvSpPr>
            <p:nvPr/>
          </p:nvSpPr>
          <p:spPr>
            <a:xfrm>
              <a:off x="6095999" y="2594802"/>
              <a:ext cx="6096000" cy="2316968"/>
            </a:xfrm>
            <a:prstGeom prst="rect">
              <a:avLst/>
            </a:prstGeom>
            <a:gradFill flip="none" rotWithShape="1">
              <a:gsLst>
                <a:gs pos="0">
                  <a:srgbClr val="418DFF"/>
                </a:gs>
                <a:gs pos="13000">
                  <a:srgbClr val="5A42BB">
                    <a:lumMod val="97000"/>
                  </a:srgbClr>
                </a:gs>
                <a:gs pos="56000">
                  <a:srgbClr val="4E0A9A"/>
                </a:gs>
                <a:gs pos="100000">
                  <a:srgbClr val="0D0D33"/>
                </a:gs>
              </a:gsLst>
              <a:lin ang="2700000" scaled="1"/>
              <a:tileRect/>
            </a:gradFill>
            <a:ln>
              <a:noFill/>
            </a:ln>
          </p:spPr>
          <p:txBody>
            <a:bodyPr lIns="205740" rIns="205740" anchor="ctr" anchorCtr="0"/>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l" defTabSz="342884" rtl="0" eaLnBrk="1" fontAlgn="auto" latinLnBrk="0" hangingPunct="1">
                <a:lnSpc>
                  <a:spcPct val="100000"/>
                </a:lnSpc>
                <a:spcBef>
                  <a:spcPts val="0"/>
                </a:spcBef>
                <a:spcAft>
                  <a:spcPts val="200"/>
                </a:spcAft>
                <a:buClrTx/>
                <a:buSzTx/>
                <a:buFontTx/>
                <a:buNone/>
                <a:tabLst/>
                <a:defRPr/>
              </a:pPr>
              <a:r>
                <a:rPr kumimoji="0" lang="en-US" sz="1200" b="0" i="1" u="none" strike="noStrike" kern="1200" cap="none" spc="0" normalizeH="0" baseline="0" noProof="0">
                  <a:ln>
                    <a:noFill/>
                  </a:ln>
                  <a:solidFill>
                    <a:prstClr val="white"/>
                  </a:solidFill>
                  <a:effectLst/>
                  <a:uLnTx/>
                  <a:uFillTx/>
                  <a:latin typeface="Calibri"/>
                  <a:ea typeface="ＭＳ Ｐゴシック" pitchFamily="34" charset="-128"/>
                  <a:cs typeface="Calibri"/>
                </a:rPr>
                <a:t>“Practise the hard conversations before they happen, with feedback that quotes what was actually said.”</a:t>
              </a:r>
            </a:p>
            <a:p>
              <a:pPr marL="0" marR="0" lvl="0" indent="0" algn="l" defTabSz="342884"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prstClr val="white"/>
                </a:solidFill>
                <a:effectLst/>
                <a:uLnTx/>
                <a:uFillTx/>
                <a:latin typeface="Calibri"/>
                <a:ea typeface="ＭＳ Ｐゴシック" pitchFamily="34" charset="-128"/>
                <a:cs typeface="Calibri"/>
              </a:endParaRPr>
            </a:p>
            <a:p>
              <a:pPr marL="0" marR="0" lvl="0" indent="0" algn="l" defTabSz="342884"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white"/>
                  </a:solidFill>
                  <a:effectLst/>
                  <a:uLnTx/>
                  <a:uFillTx/>
                  <a:latin typeface="Calibri"/>
                  <a:ea typeface="ＭＳ Ｐゴシック" pitchFamily="34" charset="-128"/>
                  <a:cs typeface="Calibri"/>
                </a:rPr>
                <a:t>AI Coaching RPG</a:t>
              </a:r>
            </a:p>
            <a:p>
              <a:pPr marL="0" marR="0" lvl="0" indent="0" algn="l" defTabSz="342884"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white"/>
                  </a:solidFill>
                  <a:effectLst/>
                  <a:uLnTx/>
                  <a:uFillTx/>
                  <a:latin typeface="Calibri"/>
                  <a:ea typeface="ＭＳ Ｐゴシック" pitchFamily="34" charset="-128"/>
                  <a:cs typeface="Calibri"/>
                </a:rPr>
                <a:t>Product vision, EPAM Financial Services Delivery, Canada</a:t>
              </a:r>
            </a:p>
          </p:txBody>
        </p:sp>
      </p:grpSp>
    </p:spTree>
    <p:extLst>
      <p:ext uri="{BB962C8B-B14F-4D97-AF65-F5344CB8AC3E}">
        <p14:creationId xmlns:p14="http://schemas.microsoft.com/office/powerpoint/2010/main" val="416936888"/>
      </p:ext>
    </p:extLst>
  </p:cSld>
  <p:clrMapOvr>
    <a:masterClrMapping/>
  </p:clrMapOvr>
</p:sld>
</file>

<file path=ppt/theme/theme1.xml><?xml version="1.0" encoding="utf-8"?>
<a:theme xmlns:a="http://schemas.openxmlformats.org/drawingml/2006/main" name="EPAM Master 2026.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Calibri Bold"/>
        <a:cs typeface="Arial"/>
      </a:majorFont>
      <a:minorFont>
        <a:latin typeface="Calibri"/>
        <a:ea typeface="Calibr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smtClean="0"/>
        </a:defPPr>
      </a:lstStyle>
    </a:txDef>
  </a:objectDefaults>
  <a:extraClrSchemeLst/>
  <a:custClrLst>
    <a:custClr name="Purple">
      <a:srgbClr val="612742"/>
    </a:custClr>
    <a:custClr name="Dark Magenta">
      <a:srgbClr val="A84370"/>
    </a:custClr>
    <a:custClr name="Magenta">
      <a:srgbClr val="FF4B9C"/>
    </a:custClr>
    <a:custClr name="Light Violet">
      <a:srgbClr val="CDBAED"/>
    </a:custClr>
    <a:custClr name="Pale Violet">
      <a:srgbClr val="D1AAC2"/>
    </a:custClr>
    <a:custClr name="Royal Blue">
      <a:srgbClr val="0040A0"/>
    </a:custClr>
    <a:custClr name="Blue">
      <a:srgbClr val="418DFF"/>
    </a:custClr>
    <a:custClr name="Light Blue">
      <a:srgbClr val="A7BAFF"/>
    </a:custClr>
    <a:custClr name="Turquoise">
      <a:srgbClr val="03C6DD"/>
    </a:custClr>
    <a:custClr name="Cyan">
      <a:srgbClr val="08F6FF"/>
    </a:custClr>
    <a:custClr name="Light Cyan">
      <a:srgbClr val="B3E1EA"/>
    </a:custClr>
    <a:custClr name="Dark Red">
      <a:srgbClr val="932C00"/>
    </a:custClr>
    <a:custClr name="Indian Red">
      <a:srgbClr val="CB3E01"/>
    </a:custClr>
    <a:custClr name="Orange">
      <a:srgbClr val="EF9E3F"/>
    </a:custClr>
    <a:custClr name="Gold">
      <a:srgbClr val="F7DB11"/>
    </a:custClr>
    <a:custClr name="Dark Olive">
      <a:srgbClr val="023A28"/>
    </a:custClr>
    <a:custClr name="Olive">
      <a:srgbClr val="5B7813"/>
    </a:custClr>
    <a:custClr name="Dark Cyan">
      <a:srgbClr val="03815B"/>
    </a:custClr>
    <a:custClr name="Green Grass">
      <a:srgbClr val="00A725"/>
    </a:custClr>
    <a:custClr name="Yellow Green">
      <a:srgbClr val="99C029"/>
    </a:custClr>
    <a:custClr name="Aquamarine">
      <a:srgbClr val="61E2BB"/>
    </a:custClr>
    <a:custClr name="Light Cyan">
      <a:srgbClr val="ABDBDD"/>
    </a:custClr>
    <a:custClr name="Turquoise">
      <a:srgbClr val="38C2D7"/>
    </a:custClr>
    <a:custClr name="Cyan">
      <a:srgbClr val="00F6FF"/>
    </a:custClr>
    <a:custClr name="Medium Blue">
      <a:srgbClr val="0F8ACF"/>
    </a:custClr>
    <a:custClr name="Yellow C">
      <a:srgbClr val="FBC00E"/>
    </a:custClr>
    <a:custClr name="Lime">
      <a:srgbClr val="D5E662"/>
    </a:custClr>
    <a:custClr name="Fun Green">
      <a:srgbClr val="00F4AB"/>
    </a:custClr>
    <a:custClr name="Spring Green">
      <a:srgbClr val="55E66F"/>
    </a:custClr>
    <a:custClr name="Yellow Green">
      <a:srgbClr val="A3C644"/>
    </a:custClr>
    <a:custClr name="Green Grass">
      <a:srgbClr val="00A705"/>
    </a:custClr>
    <a:custClr name="Sandy">
      <a:srgbClr val="F06516"/>
    </a:custClr>
    <a:custClr name="Light Violet">
      <a:srgbClr val="AE9BD8"/>
    </a:custClr>
    <a:custClr name="Blue Violet">
      <a:srgbClr val="8940FF"/>
    </a:custClr>
    <a:custClr name="Plum">
      <a:srgbClr val="675B88"/>
    </a:custClr>
    <a:custClr name="Dark Magenta">
      <a:srgbClr val="A84370"/>
    </a:custClr>
    <a:custClr name="Magenta">
      <a:srgbClr val="E613EB"/>
    </a:custClr>
  </a:custClr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EPAM Master 2024.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a:defPPr>
      </a:lstStyle>
    </a:txDef>
  </a:objectDefaults>
  <a:extraClrSchemeLst/>
  <a:custClrLst>
    <a:custClr name="PALINA BLUE">
      <a:srgbClr val="A9C9D7"/>
    </a:custClr>
    <a:custClr name="DARK PURPLE ">
      <a:srgbClr val="8A7CBB"/>
    </a:custClr>
    <a:custClr name="LIGHT PURPLE">
      <a:srgbClr val="AE9BD8"/>
    </a:custClr>
    <a:custClr name="BRIGHT CORAL">
      <a:srgbClr val="FF4E33"/>
    </a:custClr>
    <a:custClr name="EPAM CORAL">
      <a:srgbClr val="FF8468"/>
    </a:custClr>
    <a:custClr name="BRIGHT ORANGE">
      <a:srgbClr val="FF8500"/>
    </a:custClr>
    <a:custClr name="ORANGE ">
      <a:srgbClr val="FFA436"/>
    </a:custClr>
    <a:custClr name="DARK GREEN">
      <a:srgbClr val="62A230"/>
    </a:custClr>
    <a:custClr name="BRIGHT GREEN">
      <a:srgbClr val="9BC838"/>
    </a:custClr>
    <a:custClr name="LIME GREEN">
      <a:srgbClr val="C8DE49"/>
    </a:custClr>
    <a:custClr name="Coral Orange">
      <a:srgbClr val="F57F41"/>
    </a:custClr>
    <a:custClr name="Tangerine">
      <a:srgbClr val="F15C44"/>
    </a:custClr>
    <a:custClr name="Gold">
      <a:srgbClr val="DBB661"/>
    </a:custClr>
    <a:custClr name="Turqoise">
      <a:srgbClr val="2A9D8E"/>
    </a:custClr>
    <a:custClr name="Ocean">
      <a:srgbClr val="209EBD"/>
    </a:custClr>
    <a:custClr name="Charcoal">
      <a:srgbClr val="264553"/>
    </a:custClr>
    <a:custClr name="Eggplant">
      <a:srgbClr val="58335E"/>
    </a:custClr>
    <a:custClr name="Grape Soda">
      <a:srgbClr val="745C97"/>
    </a:custClr>
    <a:custClr name="Wild Berry">
      <a:srgbClr val="89608E"/>
    </a:custClr>
    <a:custClr name="Taffy">
      <a:srgbClr val="8ACDEA"/>
    </a:custClr>
    <a:custClr name="Honey">
      <a:srgbClr val="EFEA5A"/>
    </a:custClr>
    <a:custClr name="Mint">
      <a:srgbClr val="2CD094"/>
    </a:custClr>
    <a:custClr name="Malibu">
      <a:srgbClr val="BAD49C"/>
    </a:custClr>
    <a:custClr name="Cotton Candy">
      <a:srgbClr val="EEB4B3"/>
    </a:custClr>
    <a:custClr name="Guava">
      <a:srgbClr val="E26D5C"/>
    </a:custClr>
  </a:custClrLst>
  <a:extLst>
    <a:ext uri="{05A4C25C-085E-4340-85A3-A5531E510DB2}">
      <thm15:themeFamily xmlns:thm15="http://schemas.microsoft.com/office/thememl/2012/main" name="EPAM_PresalesTemplate" id="{BA2CABEF-164A-0B40-9E1D-A9B96AE60B87}" vid="{65C357FB-1C5F-AA46-A42C-758D0D80597A}"/>
    </a:ext>
  </a:extLst>
</a:theme>
</file>

<file path=ppt/theme/theme3.xml><?xml version="1.0" encoding="utf-8"?>
<a:theme xmlns:a="http://schemas.openxmlformats.org/drawingml/2006/main" name="EPAM Master 2024.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Calibri Bold"/>
        <a:cs typeface="Arial"/>
      </a:majorFont>
      <a:minorFont>
        <a:latin typeface="Calibri"/>
        <a:ea typeface="Calibr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a:defPPr>
      </a:lstStyle>
    </a:txDef>
  </a:objectDefaults>
  <a:extraClrSchemeLst/>
  <a:custClrLst>
    <a:custClr name="Purple">
      <a:srgbClr val="612742"/>
    </a:custClr>
    <a:custClr name="Dark Magenta">
      <a:srgbClr val="A84370"/>
    </a:custClr>
    <a:custClr name="Magenta">
      <a:srgbClr val="FF4B9C"/>
    </a:custClr>
    <a:custClr name="Light Violet">
      <a:srgbClr val="CDBAED"/>
    </a:custClr>
    <a:custClr name="Pale Violet">
      <a:srgbClr val="D1AAC2"/>
    </a:custClr>
    <a:custClr name="Royal Blue">
      <a:srgbClr val="0040A0"/>
    </a:custClr>
    <a:custClr name="Blue">
      <a:srgbClr val="418DFF"/>
    </a:custClr>
    <a:custClr name="Light Blue">
      <a:srgbClr val="A7BAFF"/>
    </a:custClr>
    <a:custClr name="Turquoise">
      <a:srgbClr val="03C6DD"/>
    </a:custClr>
    <a:custClr name="Cyan">
      <a:srgbClr val="08F6FF"/>
    </a:custClr>
    <a:custClr name="Light Cyan">
      <a:srgbClr val="B3E1EA"/>
    </a:custClr>
    <a:custClr name="Dark Red">
      <a:srgbClr val="932C00"/>
    </a:custClr>
    <a:custClr name="Indian Red">
      <a:srgbClr val="CB3E01"/>
    </a:custClr>
    <a:custClr name="Orange">
      <a:srgbClr val="EF9E3F"/>
    </a:custClr>
    <a:custClr name="Gold">
      <a:srgbClr val="F7DB11"/>
    </a:custClr>
    <a:custClr name="Dark Olive">
      <a:srgbClr val="023A28"/>
    </a:custClr>
    <a:custClr name="Olive">
      <a:srgbClr val="5B7813"/>
    </a:custClr>
    <a:custClr name="Dark Cyan">
      <a:srgbClr val="03815B"/>
    </a:custClr>
    <a:custClr name="Green Grass">
      <a:srgbClr val="00A725"/>
    </a:custClr>
    <a:custClr name="Yellow Green">
      <a:srgbClr val="99C029"/>
    </a:custClr>
    <a:custClr name="Aquamarine">
      <a:srgbClr val="61E2BB"/>
    </a:custClr>
    <a:custClr name="Light Cyan">
      <a:srgbClr val="ABDBDD"/>
    </a:custClr>
    <a:custClr name="Turquoise">
      <a:srgbClr val="38C2D7"/>
    </a:custClr>
    <a:custClr name="Cyan">
      <a:srgbClr val="00F6FF"/>
    </a:custClr>
    <a:custClr name="Medium Blue">
      <a:srgbClr val="0F8ACF"/>
    </a:custClr>
    <a:custClr name="Yellow C">
      <a:srgbClr val="FBC00E"/>
    </a:custClr>
    <a:custClr name="Lime">
      <a:srgbClr val="D5E662"/>
    </a:custClr>
    <a:custClr name="Fun Green">
      <a:srgbClr val="00F4AB"/>
    </a:custClr>
    <a:custClr name="Spring Green">
      <a:srgbClr val="55E66F"/>
    </a:custClr>
    <a:custClr name="Yellow Green">
      <a:srgbClr val="A3C644"/>
    </a:custClr>
    <a:custClr name="Green Grass">
      <a:srgbClr val="00A705"/>
    </a:custClr>
    <a:custClr name="Sandy">
      <a:srgbClr val="F06516"/>
    </a:custClr>
    <a:custClr name="Light Violet">
      <a:srgbClr val="AE9BD8"/>
    </a:custClr>
    <a:custClr name="Blue Violet">
      <a:srgbClr val="8940FF"/>
    </a:custClr>
    <a:custClr name="Plum">
      <a:srgbClr val="675B88"/>
    </a:custClr>
    <a:custClr name="Dark Magenta">
      <a:srgbClr val="A84370"/>
    </a:custClr>
    <a:custClr name="Magenta">
      <a:srgbClr val="E613EB"/>
    </a:custClr>
  </a:custClrLst>
  <a:extLst>
    <a:ext uri="{05A4C25C-085E-4340-85A3-A5531E510DB2}">
      <thm15:themeFamily xmlns:thm15="http://schemas.microsoft.com/office/thememl/2012/main" name="EPAM_PresalesTemplate" id="{B5A8C664-DF1B-D14B-AC6E-5525FFCFCC6E}" vid="{6D1060FC-A1D3-EA43-8323-3F78A2E59F3F}"/>
    </a:ext>
  </a:extLst>
</a:theme>
</file>

<file path=ppt/theme/theme4.xml><?xml version="1.0" encoding="utf-8"?>
<a:theme xmlns:a="http://schemas.openxmlformats.org/drawingml/2006/main" name="🐯 EPAM Master 2023.5">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a:defPPr>
      </a:lstStyle>
    </a:txDef>
  </a:objectDefaults>
  <a:extraClrSchemeLst/>
  <a:custClrLst>
    <a:custClr name="PALINA BLUE">
      <a:srgbClr val="A9C9D7"/>
    </a:custClr>
    <a:custClr name="DARK PURPLE ">
      <a:srgbClr val="8A7CBB"/>
    </a:custClr>
    <a:custClr name="LIGHT PURPLE">
      <a:srgbClr val="AE9BD8"/>
    </a:custClr>
    <a:custClr name="BRIGHT CORAL">
      <a:srgbClr val="FF4E33"/>
    </a:custClr>
    <a:custClr name="EPAM CORAL">
      <a:srgbClr val="FF8468"/>
    </a:custClr>
    <a:custClr name="BRIGHT ORANGE">
      <a:srgbClr val="FF8500"/>
    </a:custClr>
    <a:custClr name="ORANGE ">
      <a:srgbClr val="FFA436"/>
    </a:custClr>
    <a:custClr name="DARK GREEN">
      <a:srgbClr val="62A230"/>
    </a:custClr>
    <a:custClr name="BRIGHT GREEN">
      <a:srgbClr val="9BC838"/>
    </a:custClr>
    <a:custClr name="LIME GREEN">
      <a:srgbClr val="C8DE49"/>
    </a:custClr>
    <a:custClr name="Coral Orange">
      <a:srgbClr val="F57F41"/>
    </a:custClr>
    <a:custClr name="Tangerine">
      <a:srgbClr val="F15C44"/>
    </a:custClr>
    <a:custClr name="Gold">
      <a:srgbClr val="DBB661"/>
    </a:custClr>
    <a:custClr name="Turqoise">
      <a:srgbClr val="2A9D8E"/>
    </a:custClr>
    <a:custClr name="Ocean">
      <a:srgbClr val="209EBD"/>
    </a:custClr>
    <a:custClr name="Charcoal">
      <a:srgbClr val="264553"/>
    </a:custClr>
    <a:custClr name="Eggplant">
      <a:srgbClr val="58335E"/>
    </a:custClr>
    <a:custClr name="Grape Soda">
      <a:srgbClr val="745C97"/>
    </a:custClr>
    <a:custClr name="Wild Berry">
      <a:srgbClr val="89608E"/>
    </a:custClr>
    <a:custClr name="Taffy">
      <a:srgbClr val="8ACDEA"/>
    </a:custClr>
    <a:custClr name="Honey">
      <a:srgbClr val="EFEA5A"/>
    </a:custClr>
    <a:custClr name="Mint">
      <a:srgbClr val="2CD094"/>
    </a:custClr>
    <a:custClr name="Malibu">
      <a:srgbClr val="BAD49C"/>
    </a:custClr>
    <a:custClr name="Cotton Candy">
      <a:srgbClr val="EEB4B3"/>
    </a:custClr>
    <a:custClr name="Guava">
      <a:srgbClr val="E26D5C"/>
    </a:custClr>
  </a:custClrLst>
  <a:extLst>
    <a:ext uri="{05A4C25C-085E-4340-85A3-A5531E510DB2}">
      <thm15:themeFamily xmlns:thm15="http://schemas.microsoft.com/office/thememl/2012/main" name="Continuum_Master_v1.1" id="{D2F91407-39AD-2344-8F42-01B4155FF2FD}" vid="{09F1F252-BD3A-0A45-9F6B-518524EA322F}"/>
    </a:ext>
  </a:extLst>
</a:theme>
</file>

<file path=ppt/theme/theme5.xml><?xml version="1.0" encoding="utf-8"?>
<a:theme xmlns:a="http://schemas.openxmlformats.org/drawingml/2006/main" name="EPAM Master 2024.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a:defPPr>
      </a:lstStyle>
    </a:txDef>
  </a:objectDefaults>
  <a:extraClrSchemeLst/>
  <a:custClrLst>
    <a:custClr name="PALINA BLUE">
      <a:srgbClr val="A9C9D7"/>
    </a:custClr>
    <a:custClr name="DARK PURPLE ">
      <a:srgbClr val="8A7CBB"/>
    </a:custClr>
    <a:custClr name="LIGHT PURPLE">
      <a:srgbClr val="AE9BD8"/>
    </a:custClr>
    <a:custClr name="BRIGHT CORAL">
      <a:srgbClr val="FF4E33"/>
    </a:custClr>
    <a:custClr name="EPAM CORAL">
      <a:srgbClr val="FF8468"/>
    </a:custClr>
    <a:custClr name="BRIGHT ORANGE">
      <a:srgbClr val="FF8500"/>
    </a:custClr>
    <a:custClr name="ORANGE ">
      <a:srgbClr val="FFA436"/>
    </a:custClr>
    <a:custClr name="DARK GREEN">
      <a:srgbClr val="62A230"/>
    </a:custClr>
    <a:custClr name="BRIGHT GREEN">
      <a:srgbClr val="9BC838"/>
    </a:custClr>
    <a:custClr name="LIME GREEN">
      <a:srgbClr val="C8DE49"/>
    </a:custClr>
    <a:custClr name="Coral Orange">
      <a:srgbClr val="F57F41"/>
    </a:custClr>
    <a:custClr name="Tangerine">
      <a:srgbClr val="F15C44"/>
    </a:custClr>
    <a:custClr name="Gold">
      <a:srgbClr val="DBB661"/>
    </a:custClr>
    <a:custClr name="Turqoise">
      <a:srgbClr val="2A9D8E"/>
    </a:custClr>
    <a:custClr name="Ocean">
      <a:srgbClr val="209EBD"/>
    </a:custClr>
    <a:custClr name="Charcoal">
      <a:srgbClr val="264553"/>
    </a:custClr>
    <a:custClr name="Eggplant">
      <a:srgbClr val="58335E"/>
    </a:custClr>
    <a:custClr name="Grape Soda">
      <a:srgbClr val="745C97"/>
    </a:custClr>
    <a:custClr name="Wild Berry">
      <a:srgbClr val="89608E"/>
    </a:custClr>
    <a:custClr name="Taffy">
      <a:srgbClr val="8ACDEA"/>
    </a:custClr>
    <a:custClr name="Honey">
      <a:srgbClr val="EFEA5A"/>
    </a:custClr>
    <a:custClr name="Mint">
      <a:srgbClr val="2CD094"/>
    </a:custClr>
    <a:custClr name="Malibu">
      <a:srgbClr val="BAD49C"/>
    </a:custClr>
    <a:custClr name="Cotton Candy">
      <a:srgbClr val="EEB4B3"/>
    </a:custClr>
    <a:custClr name="Guava">
      <a:srgbClr val="E26D5C"/>
    </a:custClr>
  </a:custClrLst>
  <a:extLst>
    <a:ext uri="{05A4C25C-085E-4340-85A3-A5531E510DB2}">
      <thm15:themeFamily xmlns:thm15="http://schemas.microsoft.com/office/thememl/2012/main" name="Continuum_Master_v1.1" id="{D2F91407-39AD-2344-8F42-01B4155FF2FD}" vid="{09F1F252-BD3A-0A45-9F6B-518524EA322F}"/>
    </a:ext>
  </a:extLst>
</a:theme>
</file>

<file path=ppt/theme/theme6.xml><?xml version="1.0" encoding="utf-8"?>
<a:theme xmlns:a="http://schemas.openxmlformats.org/drawingml/2006/main" name="5_EPAM Master 2024.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Calibri Bold"/>
        <a:cs typeface="Arial"/>
      </a:majorFont>
      <a:minorFont>
        <a:latin typeface="Calibri"/>
        <a:ea typeface="Calibr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a:defPPr>
      </a:lstStyle>
    </a:txDef>
  </a:objectDefaults>
  <a:extraClrSchemeLst/>
  <a:custClrLst>
    <a:custClr name="Purple">
      <a:srgbClr val="612742"/>
    </a:custClr>
    <a:custClr name="Dark Magenta">
      <a:srgbClr val="A84370"/>
    </a:custClr>
    <a:custClr name="Magenta">
      <a:srgbClr val="FF4B9C"/>
    </a:custClr>
    <a:custClr name="Light Violet">
      <a:srgbClr val="CDBAED"/>
    </a:custClr>
    <a:custClr name="Pale Violet">
      <a:srgbClr val="D1AAC2"/>
    </a:custClr>
    <a:custClr name="Royal Blue">
      <a:srgbClr val="0040A0"/>
    </a:custClr>
    <a:custClr name="Blue">
      <a:srgbClr val="418DFF"/>
    </a:custClr>
    <a:custClr name="Light Blue">
      <a:srgbClr val="A7BAFF"/>
    </a:custClr>
    <a:custClr name="Turquoise">
      <a:srgbClr val="03C6DD"/>
    </a:custClr>
    <a:custClr name="Cyan">
      <a:srgbClr val="08F6FF"/>
    </a:custClr>
    <a:custClr name="Light Cyan">
      <a:srgbClr val="B3E1EA"/>
    </a:custClr>
    <a:custClr name="Dark Red">
      <a:srgbClr val="932C00"/>
    </a:custClr>
    <a:custClr name="Indian Red">
      <a:srgbClr val="CB3E01"/>
    </a:custClr>
    <a:custClr name="Orange">
      <a:srgbClr val="EF9E3F"/>
    </a:custClr>
    <a:custClr name="Gold">
      <a:srgbClr val="F7DB11"/>
    </a:custClr>
    <a:custClr name="Dark Olive">
      <a:srgbClr val="023A28"/>
    </a:custClr>
    <a:custClr name="Olive">
      <a:srgbClr val="5B7813"/>
    </a:custClr>
    <a:custClr name="Dark Cyan">
      <a:srgbClr val="03815B"/>
    </a:custClr>
    <a:custClr name="Green Grass">
      <a:srgbClr val="00A725"/>
    </a:custClr>
    <a:custClr name="Yellow Green">
      <a:srgbClr val="99C029"/>
    </a:custClr>
    <a:custClr name="Aquamarine">
      <a:srgbClr val="61E2BB"/>
    </a:custClr>
    <a:custClr name="Light Cyan">
      <a:srgbClr val="ABDBDD"/>
    </a:custClr>
    <a:custClr name="Turquoise">
      <a:srgbClr val="38C2D7"/>
    </a:custClr>
    <a:custClr name="Cyan">
      <a:srgbClr val="00F6FF"/>
    </a:custClr>
    <a:custClr name="Medium Blue">
      <a:srgbClr val="0F8ACF"/>
    </a:custClr>
    <a:custClr name="Yellow C">
      <a:srgbClr val="FBC00E"/>
    </a:custClr>
    <a:custClr name="Lime">
      <a:srgbClr val="D5E662"/>
    </a:custClr>
    <a:custClr name="Fun Green">
      <a:srgbClr val="00F4AB"/>
    </a:custClr>
    <a:custClr name="Spring Green">
      <a:srgbClr val="55E66F"/>
    </a:custClr>
    <a:custClr name="Yellow Green">
      <a:srgbClr val="A3C644"/>
    </a:custClr>
    <a:custClr name="Green Grass">
      <a:srgbClr val="00A705"/>
    </a:custClr>
    <a:custClr name="Sandy">
      <a:srgbClr val="F06516"/>
    </a:custClr>
    <a:custClr name="Light Violet">
      <a:srgbClr val="AE9BD8"/>
    </a:custClr>
    <a:custClr name="Blue Violet">
      <a:srgbClr val="8940FF"/>
    </a:custClr>
    <a:custClr name="Plum">
      <a:srgbClr val="675B88"/>
    </a:custClr>
    <a:custClr name="Dark Magenta">
      <a:srgbClr val="A84370"/>
    </a:custClr>
    <a:custClr name="Magenta">
      <a:srgbClr val="E613EB"/>
    </a:custClr>
  </a:custClrLst>
  <a:extLst>
    <a:ext uri="{05A4C25C-085E-4340-85A3-A5531E510DB2}">
      <thm15:themeFamily xmlns:thm15="http://schemas.microsoft.com/office/thememl/2012/main" name="EPAM_PresalesTemplate" id="{B5A8C664-DF1B-D14B-AC6E-5525FFCFCC6E}" vid="{6D1060FC-A1D3-EA43-8323-3F78A2E59F3F}"/>
    </a:ext>
  </a:extLst>
</a:theme>
</file>

<file path=ppt/theme/theme7.xml><?xml version="1.0" encoding="utf-8"?>
<a:theme xmlns:a="http://schemas.openxmlformats.org/drawingml/2006/main" name="1_EPAM Master 2024.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Calibri Bold"/>
        <a:cs typeface="Arial"/>
      </a:majorFont>
      <a:minorFont>
        <a:latin typeface="Calibri"/>
        <a:ea typeface="Calibr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a:defPPr>
      </a:lstStyle>
    </a:txDef>
  </a:objectDefaults>
  <a:extraClrSchemeLst/>
  <a:custClrLst>
    <a:custClr name="Purple">
      <a:srgbClr val="612742"/>
    </a:custClr>
    <a:custClr name="Dark Magenta">
      <a:srgbClr val="A84370"/>
    </a:custClr>
    <a:custClr name="Magenta">
      <a:srgbClr val="FF4B9C"/>
    </a:custClr>
    <a:custClr name="Light Violet">
      <a:srgbClr val="CDBAED"/>
    </a:custClr>
    <a:custClr name="Pale Violet">
      <a:srgbClr val="D1AAC2"/>
    </a:custClr>
    <a:custClr name="Royal Blue">
      <a:srgbClr val="0040A0"/>
    </a:custClr>
    <a:custClr name="Blue">
      <a:srgbClr val="418DFF"/>
    </a:custClr>
    <a:custClr name="Light Blue">
      <a:srgbClr val="A7BAFF"/>
    </a:custClr>
    <a:custClr name="Turquoise">
      <a:srgbClr val="03C6DD"/>
    </a:custClr>
    <a:custClr name="Cyan">
      <a:srgbClr val="08F6FF"/>
    </a:custClr>
    <a:custClr name="Light Cyan">
      <a:srgbClr val="B3E1EA"/>
    </a:custClr>
    <a:custClr name="Dark Red">
      <a:srgbClr val="932C00"/>
    </a:custClr>
    <a:custClr name="Indian Red">
      <a:srgbClr val="CB3E01"/>
    </a:custClr>
    <a:custClr name="Orange">
      <a:srgbClr val="EF9E3F"/>
    </a:custClr>
    <a:custClr name="Gold">
      <a:srgbClr val="F7DB11"/>
    </a:custClr>
    <a:custClr name="Dark Olive">
      <a:srgbClr val="023A28"/>
    </a:custClr>
    <a:custClr name="Olive">
      <a:srgbClr val="5B7813"/>
    </a:custClr>
    <a:custClr name="Dark Cyan">
      <a:srgbClr val="03815B"/>
    </a:custClr>
    <a:custClr name="Green Grass">
      <a:srgbClr val="00A725"/>
    </a:custClr>
    <a:custClr name="Yellow Green">
      <a:srgbClr val="99C029"/>
    </a:custClr>
    <a:custClr name="Aquamarine">
      <a:srgbClr val="61E2BB"/>
    </a:custClr>
    <a:custClr name="Light Cyan">
      <a:srgbClr val="ABDBDD"/>
    </a:custClr>
    <a:custClr name="Turquoise">
      <a:srgbClr val="38C2D7"/>
    </a:custClr>
    <a:custClr name="Cyan">
      <a:srgbClr val="00F6FF"/>
    </a:custClr>
    <a:custClr name="Medium Blue">
      <a:srgbClr val="0F8ACF"/>
    </a:custClr>
    <a:custClr name="Yellow C">
      <a:srgbClr val="FBC00E"/>
    </a:custClr>
    <a:custClr name="Lime">
      <a:srgbClr val="D5E662"/>
    </a:custClr>
    <a:custClr name="Fun Green">
      <a:srgbClr val="00F4AB"/>
    </a:custClr>
    <a:custClr name="Spring Green">
      <a:srgbClr val="55E66F"/>
    </a:custClr>
    <a:custClr name="Yellow Green">
      <a:srgbClr val="A3C644"/>
    </a:custClr>
    <a:custClr name="Green Grass">
      <a:srgbClr val="00A705"/>
    </a:custClr>
    <a:custClr name="Sandy">
      <a:srgbClr val="F06516"/>
    </a:custClr>
    <a:custClr name="Light Violet">
      <a:srgbClr val="AE9BD8"/>
    </a:custClr>
    <a:custClr name="Blue Violet">
      <a:srgbClr val="8940FF"/>
    </a:custClr>
    <a:custClr name="Plum">
      <a:srgbClr val="675B88"/>
    </a:custClr>
    <a:custClr name="Dark Magenta">
      <a:srgbClr val="A84370"/>
    </a:custClr>
    <a:custClr name="Magenta">
      <a:srgbClr val="E613EB"/>
    </a:custClr>
  </a:custClrLst>
  <a:extLst>
    <a:ext uri="{05A4C25C-085E-4340-85A3-A5531E510DB2}">
      <thm15:themeFamily xmlns:thm15="http://schemas.microsoft.com/office/thememl/2012/main" name="Continuum_Master_v1.1" id="{D2F91407-39AD-2344-8F42-01B4155FF2FD}" vid="{09F1F252-BD3A-0A45-9F6B-518524EA322F}"/>
    </a:ext>
  </a:extLst>
</a:theme>
</file>

<file path=ppt/theme/theme8.xml><?xml version="1.0" encoding="utf-8"?>
<a:theme xmlns:a="http://schemas.openxmlformats.org/drawingml/2006/main" name="EPAM Master 2024.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Calibri Bold"/>
        <a:cs typeface="Arial"/>
      </a:majorFont>
      <a:minorFont>
        <a:latin typeface="Calibri"/>
        <a:ea typeface="Calibr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a:defPPr>
      </a:lstStyle>
    </a:txDef>
  </a:objectDefaults>
  <a:extraClrSchemeLst/>
  <a:custClrLst>
    <a:custClr name="Purple">
      <a:srgbClr val="612742"/>
    </a:custClr>
    <a:custClr name="Dark Magenta">
      <a:srgbClr val="A84370"/>
    </a:custClr>
    <a:custClr name="Magenta">
      <a:srgbClr val="FF4B9C"/>
    </a:custClr>
    <a:custClr name="Light Violet">
      <a:srgbClr val="CDBAED"/>
    </a:custClr>
    <a:custClr name="Pale Violet">
      <a:srgbClr val="D1AAC2"/>
    </a:custClr>
    <a:custClr name="Royal Blue">
      <a:srgbClr val="0040A0"/>
    </a:custClr>
    <a:custClr name="Blue">
      <a:srgbClr val="418DFF"/>
    </a:custClr>
    <a:custClr name="Light Blue">
      <a:srgbClr val="A7BAFF"/>
    </a:custClr>
    <a:custClr name="Turquoise">
      <a:srgbClr val="03C6DD"/>
    </a:custClr>
    <a:custClr name="Cyan">
      <a:srgbClr val="08F6FF"/>
    </a:custClr>
    <a:custClr name="Light Cyan">
      <a:srgbClr val="B3E1EA"/>
    </a:custClr>
    <a:custClr name="Dark Red">
      <a:srgbClr val="932C00"/>
    </a:custClr>
    <a:custClr name="Indian Red">
      <a:srgbClr val="CB3E01"/>
    </a:custClr>
    <a:custClr name="Orange">
      <a:srgbClr val="EF9E3F"/>
    </a:custClr>
    <a:custClr name="Gold">
      <a:srgbClr val="F7DB11"/>
    </a:custClr>
    <a:custClr name="Dark Olive">
      <a:srgbClr val="023A28"/>
    </a:custClr>
    <a:custClr name="Olive">
      <a:srgbClr val="5B7813"/>
    </a:custClr>
    <a:custClr name="Dark Cyan">
      <a:srgbClr val="03815B"/>
    </a:custClr>
    <a:custClr name="Green Grass">
      <a:srgbClr val="00A725"/>
    </a:custClr>
    <a:custClr name="Yellow Green">
      <a:srgbClr val="99C029"/>
    </a:custClr>
    <a:custClr name="Aquamarine">
      <a:srgbClr val="61E2BB"/>
    </a:custClr>
    <a:custClr name="Light Cyan">
      <a:srgbClr val="ABDBDD"/>
    </a:custClr>
    <a:custClr name="Turquoise">
      <a:srgbClr val="38C2D7"/>
    </a:custClr>
    <a:custClr name="Cyan">
      <a:srgbClr val="00F6FF"/>
    </a:custClr>
    <a:custClr name="Medium Blue">
      <a:srgbClr val="0F8ACF"/>
    </a:custClr>
    <a:custClr name="Yellow C">
      <a:srgbClr val="FBC00E"/>
    </a:custClr>
    <a:custClr name="Lime">
      <a:srgbClr val="D5E662"/>
    </a:custClr>
    <a:custClr name="Fun Green">
      <a:srgbClr val="00F4AB"/>
    </a:custClr>
    <a:custClr name="Spring Green">
      <a:srgbClr val="55E66F"/>
    </a:custClr>
    <a:custClr name="Yellow Green">
      <a:srgbClr val="A3C644"/>
    </a:custClr>
    <a:custClr name="Green Grass">
      <a:srgbClr val="00A705"/>
    </a:custClr>
    <a:custClr name="Sandy">
      <a:srgbClr val="F06516"/>
    </a:custClr>
    <a:custClr name="Light Violet">
      <a:srgbClr val="AE9BD8"/>
    </a:custClr>
    <a:custClr name="Blue Violet">
      <a:srgbClr val="8940FF"/>
    </a:custClr>
    <a:custClr name="Plum">
      <a:srgbClr val="675B88"/>
    </a:custClr>
    <a:custClr name="Dark Magenta">
      <a:srgbClr val="A84370"/>
    </a:custClr>
    <a:custClr name="Magenta">
      <a:srgbClr val="E613EB"/>
    </a:custClr>
  </a:custClrLst>
  <a:extLst>
    <a:ext uri="{05A4C25C-085E-4340-85A3-A5531E510DB2}">
      <thm15:themeFamily xmlns:thm15="http://schemas.microsoft.com/office/thememl/2012/main" name="EPAM_PresalesTemplate" id="{B5A8C664-DF1B-D14B-AC6E-5525FFCFCC6E}" vid="{6D1060FC-A1D3-EA43-8323-3F78A2E59F3F}"/>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93"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B5EF523-FD0E-43EE-ABEB-91E2D7A660EA}">
  <we:reference id="0712333e-3078-4353-bc6c-307328446e34" version="1.3.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tem_Order xmlns="1fafa705-07ee-49f4-aa87-a9641b7deee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878FAAB0BB6B345BB24C69C15A3D415" ma:contentTypeVersion="4" ma:contentTypeDescription="Create a new document." ma:contentTypeScope="" ma:versionID="42181491c7cd754aaab3d1e11b031a65">
  <xsd:schema xmlns:xsd="http://www.w3.org/2001/XMLSchema" xmlns:xs="http://www.w3.org/2001/XMLSchema" xmlns:p="http://schemas.microsoft.com/office/2006/metadata/properties" xmlns:ns2="1fafa705-07ee-49f4-aa87-a9641b7deee1" targetNamespace="http://schemas.microsoft.com/office/2006/metadata/properties" ma:root="true" ma:fieldsID="8c73c52107038870c24650e12fb4751c" ns2:_="">
    <xsd:import namespace="1fafa705-07ee-49f4-aa87-a9641b7deee1"/>
    <xsd:element name="properties">
      <xsd:complexType>
        <xsd:sequence>
          <xsd:element name="documentManagement">
            <xsd:complexType>
              <xsd:all>
                <xsd:element ref="ns2:Item_Order"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afa705-07ee-49f4-aa87-a9641b7deee1" elementFormDefault="qualified">
    <xsd:import namespace="http://schemas.microsoft.com/office/2006/documentManagement/types"/>
    <xsd:import namespace="http://schemas.microsoft.com/office/infopath/2007/PartnerControls"/>
    <xsd:element name="Item_Order" ma:index="8" nillable="true" ma:displayName="Order" ma:indexed="true" ma:internalName="Item_Order">
      <xsd:simpleType>
        <xsd:restriction base="dms:Number"/>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2E3419-B313-4514-AD24-D56E1F80A63A}">
  <ds:schemaRefs>
    <ds:schemaRef ds:uri="1fafa705-07ee-49f4-aa87-a9641b7dee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7CA341C-74C1-4577-8C96-EF2605DC526A}">
  <ds:schemaRefs>
    <ds:schemaRef ds:uri="http://schemas.microsoft.com/sharepoint/v3/contenttype/forms"/>
  </ds:schemaRefs>
</ds:datastoreItem>
</file>

<file path=customXml/itemProps3.xml><?xml version="1.0" encoding="utf-8"?>
<ds:datastoreItem xmlns:ds="http://schemas.openxmlformats.org/officeDocument/2006/customXml" ds:itemID="{FC261BA5-4A66-43F5-A228-BB9659F76842}">
  <ds:schemaRefs>
    <ds:schemaRef ds:uri="1fafa705-07ee-49f4-aa87-a9641b7dee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1224</TotalTime>
  <Words>7022</Words>
  <Application>Microsoft Office PowerPoint</Application>
  <PresentationFormat>Widescreen</PresentationFormat>
  <Paragraphs>953</Paragraphs>
  <Slides>35</Slides>
  <Notes>17</Notes>
  <HiddenSlides>4</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Coaching RPG: Executive Pitch</dc:title>
  <dc:creator>Kamal Syed</dc:creator>
  <cp:lastModifiedBy>Kamal Syed</cp:lastModifiedBy>
  <cp:revision>1</cp:revision>
  <dcterms:created xsi:type="dcterms:W3CDTF">2020-10-27T12:12:11Z</dcterms:created>
  <dcterms:modified xsi:type="dcterms:W3CDTF">2026-05-31T19:14:39Z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ccd92614-52cf-478a-9603-02de17a4095f</vt:lpwstr>
  </property>
  <property fmtid="{D5CDD505-2E9C-101B-9397-08002B2CF9AE}" pid="3" name="WinBoxCategory">
    <vt:lpwstr>1694;#EPAM Brands|138ba158-137f-466f-aa50-862e94e55058</vt:lpwstr>
  </property>
  <property fmtid="{D5CDD505-2E9C-101B-9397-08002B2CF9AE}" pid="4" name="UsagePermission">
    <vt:lpwstr>3497;#Confidential: EPAM Internal|55f0599e-17f1-42a8-934d-5e3af286a335</vt:lpwstr>
  </property>
  <property fmtid="{D5CDD505-2E9C-101B-9397-08002B2CF9AE}" pid="5" name="MSIP_Label_2a535040-0af2-483f-adc3-a132c21e3e2b_Enabled">
    <vt:lpwstr>true</vt:lpwstr>
  </property>
  <property fmtid="{D5CDD505-2E9C-101B-9397-08002B2CF9AE}" pid="6" name="MSIP_Label_2a535040-0af2-483f-adc3-a132c21e3e2b_SetDate">
    <vt:lpwstr>2025-07-31T11:27:13Z</vt:lpwstr>
  </property>
  <property fmtid="{D5CDD505-2E9C-101B-9397-08002B2CF9AE}" pid="7" name="MSIP_Label_2a535040-0af2-483f-adc3-a132c21e3e2b_Method">
    <vt:lpwstr>Standard</vt:lpwstr>
  </property>
  <property fmtid="{D5CDD505-2E9C-101B-9397-08002B2CF9AE}" pid="8" name="MSIP_Label_2a535040-0af2-483f-adc3-a132c21e3e2b_Name">
    <vt:lpwstr>EPAM_Confidential</vt:lpwstr>
  </property>
  <property fmtid="{D5CDD505-2E9C-101B-9397-08002B2CF9AE}" pid="9" name="MSIP_Label_2a535040-0af2-483f-adc3-a132c21e3e2b_SiteId">
    <vt:lpwstr>b41b72d0-4e9f-4c26-8a69-f949f367c91d</vt:lpwstr>
  </property>
  <property fmtid="{D5CDD505-2E9C-101B-9397-08002B2CF9AE}" pid="10" name="MSIP_Label_2a535040-0af2-483f-adc3-a132c21e3e2b_ActionId">
    <vt:lpwstr>52790ac4-83a0-46b9-96d7-ab54080fdb4d</vt:lpwstr>
  </property>
  <property fmtid="{D5CDD505-2E9C-101B-9397-08002B2CF9AE}" pid="11" name="MSIP_Label_2a535040-0af2-483f-adc3-a132c21e3e2b_ContentBits">
    <vt:lpwstr>0</vt:lpwstr>
  </property>
  <property fmtid="{D5CDD505-2E9C-101B-9397-08002B2CF9AE}" pid="12" name="MSIP_Label_2a535040-0af2-483f-adc3-a132c21e3e2b_Tag">
    <vt:lpwstr>10, 3, 0, 2</vt:lpwstr>
  </property>
  <property fmtid="{D5CDD505-2E9C-101B-9397-08002B2CF9AE}" pid="13" name="ContentTypeId">
    <vt:lpwstr>0x0101003878FAAB0BB6B345BB24C69C15A3D415</vt:lpwstr>
  </property>
</Properties>
</file>